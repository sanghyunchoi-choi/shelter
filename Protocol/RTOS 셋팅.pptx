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64" r:id="rId3"/>
    <p:sldId id="263" r:id="rId4"/>
    <p:sldId id="265" r:id="rId5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71" autoAdjust="0"/>
    <p:restoredTop sz="94660"/>
  </p:normalViewPr>
  <p:slideViewPr>
    <p:cSldViewPr snapToGrid="0">
      <p:cViewPr>
        <p:scale>
          <a:sx n="75" d="100"/>
          <a:sy n="75" d="100"/>
        </p:scale>
        <p:origin x="974" y="44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클릭하여 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122731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981239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40244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0888924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80368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7474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525320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9740043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 편집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6943390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0680321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824016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DF0F27-A157-4B33-ACD3-AE79F5D7F016}" type="datetimeFigureOut">
              <a:rPr lang="ko-KR" altLang="en-US" smtClean="0"/>
              <a:t>05/08/2026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639FD3C-9F15-4209-94C7-CC53C5C7CCD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01159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270359" y="180002"/>
            <a:ext cx="6808852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Control Board</a:t>
            </a:r>
          </a:p>
          <a:p>
            <a:r>
              <a:rPr lang="en-US" altLang="ko-KR" dirty="0" smtClean="0"/>
              <a:t>- STM32H743ZIT6</a:t>
            </a:r>
          </a:p>
          <a:p>
            <a:r>
              <a:rPr lang="en-US" altLang="ko-KR" dirty="0" smtClean="0"/>
              <a:t>1. RTOS V2 </a:t>
            </a:r>
            <a:r>
              <a:rPr lang="ko-KR" altLang="en-US" dirty="0" smtClean="0"/>
              <a:t>선택</a:t>
            </a:r>
            <a:endParaRPr lang="en-US" altLang="ko-KR" dirty="0" smtClean="0"/>
          </a:p>
          <a:p>
            <a:r>
              <a:rPr lang="en-US" altLang="ko-KR" dirty="0" smtClean="0"/>
              <a:t>2. Sys </a:t>
            </a:r>
            <a:r>
              <a:rPr lang="ko-KR" altLang="en-US" dirty="0" smtClean="0"/>
              <a:t>타이머 </a:t>
            </a:r>
            <a:r>
              <a:rPr lang="en-US" altLang="ko-KR" dirty="0" smtClean="0"/>
              <a:t>: 17</a:t>
            </a:r>
            <a:r>
              <a:rPr lang="ko-KR" altLang="en-US" dirty="0" smtClean="0"/>
              <a:t>사용</a:t>
            </a:r>
            <a:r>
              <a:rPr lang="en-US" altLang="ko-KR" dirty="0" smtClean="0"/>
              <a:t>, </a:t>
            </a:r>
            <a:r>
              <a:rPr lang="ko-KR" altLang="en-US" dirty="0" smtClean="0"/>
              <a:t>우선순위 </a:t>
            </a:r>
            <a:r>
              <a:rPr lang="en-US" altLang="ko-KR" dirty="0" smtClean="0"/>
              <a:t>0 </a:t>
            </a:r>
          </a:p>
          <a:p>
            <a:r>
              <a:rPr lang="en-US" altLang="ko-KR" dirty="0" smtClean="0"/>
              <a:t>3. </a:t>
            </a:r>
            <a:r>
              <a:rPr lang="en-US" altLang="ko-KR" dirty="0" err="1" smtClean="0"/>
              <a:t>FreeRTOS</a:t>
            </a:r>
            <a:r>
              <a:rPr lang="en-US" altLang="ko-KR" dirty="0" smtClean="0"/>
              <a:t> &gt; Advanced Settings &gt; USE_NEWLIB_REENTRANT </a:t>
            </a:r>
          </a:p>
          <a:p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4058" y="1934328"/>
            <a:ext cx="3904217" cy="4487155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6" name="TextBox 5"/>
          <p:cNvSpPr txBox="1"/>
          <p:nvPr/>
        </p:nvSpPr>
        <p:spPr>
          <a:xfrm>
            <a:off x="4401974" y="2117208"/>
            <a:ext cx="361797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1. system_stm32h7xx.c </a:t>
            </a:r>
            <a:r>
              <a:rPr lang="ko-KR" altLang="en-US" dirty="0" smtClean="0"/>
              <a:t>중복 제외</a:t>
            </a:r>
            <a:endParaRPr lang="ko-KR" altLang="en-US" dirty="0"/>
          </a:p>
        </p:txBody>
      </p:sp>
      <p:cxnSp>
        <p:nvCxnSpPr>
          <p:cNvPr id="16" name="직선 화살표 연결선 15"/>
          <p:cNvCxnSpPr>
            <a:stCxn id="6" idx="1"/>
          </p:cNvCxnSpPr>
          <p:nvPr/>
        </p:nvCxnSpPr>
        <p:spPr>
          <a:xfrm flipH="1">
            <a:off x="1676532" y="2301874"/>
            <a:ext cx="2725442" cy="1502465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617917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8854" y="189470"/>
            <a:ext cx="7628627" cy="203132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-. </a:t>
            </a:r>
            <a:r>
              <a:rPr lang="en-US" altLang="ko-KR" dirty="0" err="1" smtClean="0"/>
              <a:t>Middlewares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Third_Party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FreeRTOS</a:t>
            </a:r>
            <a:r>
              <a:rPr lang="en-US" altLang="ko-KR" dirty="0" smtClean="0"/>
              <a:t> </a:t>
            </a:r>
            <a:r>
              <a:rPr lang="ko-KR" altLang="en-US" dirty="0" smtClean="0"/>
              <a:t>폴더 </a:t>
            </a:r>
            <a:r>
              <a:rPr lang="ko-KR" altLang="en-US" dirty="0" err="1" smtClean="0"/>
              <a:t>우클릭</a:t>
            </a:r>
            <a:endParaRPr lang="en-US" altLang="ko-KR" dirty="0" smtClean="0"/>
          </a:p>
          <a:p>
            <a:r>
              <a:rPr lang="en-US" altLang="ko-KR" dirty="0" smtClean="0"/>
              <a:t>-. Properties&gt;C/C++ Build&gt;Settings</a:t>
            </a:r>
            <a:r>
              <a:rPr lang="ko-KR" altLang="en-US" dirty="0" smtClean="0"/>
              <a:t>이동</a:t>
            </a:r>
            <a:endParaRPr lang="en-US" altLang="ko-KR" dirty="0" smtClean="0"/>
          </a:p>
          <a:p>
            <a:r>
              <a:rPr lang="en-US" altLang="ko-KR" dirty="0" smtClean="0"/>
              <a:t>-. MCU GCC Compiler&gt;Include Paths</a:t>
            </a:r>
            <a:r>
              <a:rPr lang="ko-KR" altLang="en-US" dirty="0" smtClean="0"/>
              <a:t>에 아래 경로 추가</a:t>
            </a:r>
            <a:endParaRPr lang="en-US" altLang="ko-KR" dirty="0" smtClean="0"/>
          </a:p>
          <a:p>
            <a:endParaRPr lang="en-US" altLang="ko-KR" dirty="0" smtClean="0"/>
          </a:p>
          <a:p>
            <a:r>
              <a:rPr lang="en-US" altLang="ko-KR" dirty="0"/>
              <a:t>../</a:t>
            </a:r>
            <a:r>
              <a:rPr lang="en-US" altLang="ko-KR" dirty="0" err="1"/>
              <a:t>Middlewares</a:t>
            </a:r>
            <a:r>
              <a:rPr lang="en-US" altLang="ko-KR" dirty="0"/>
              <a:t>/</a:t>
            </a:r>
            <a:r>
              <a:rPr lang="en-US" altLang="ko-KR" dirty="0" err="1"/>
              <a:t>Third_Party</a:t>
            </a:r>
            <a:r>
              <a:rPr lang="en-US" altLang="ko-KR" dirty="0"/>
              <a:t>/</a:t>
            </a:r>
            <a:r>
              <a:rPr lang="en-US" altLang="ko-KR" dirty="0" err="1"/>
              <a:t>FreeRTOS</a:t>
            </a:r>
            <a:r>
              <a:rPr lang="en-US" altLang="ko-KR" dirty="0"/>
              <a:t>/Source/include</a:t>
            </a:r>
          </a:p>
          <a:p>
            <a:r>
              <a:rPr lang="en-US" altLang="ko-KR" dirty="0"/>
              <a:t>../</a:t>
            </a:r>
            <a:r>
              <a:rPr lang="en-US" altLang="ko-KR" dirty="0" err="1"/>
              <a:t>Middlewares</a:t>
            </a:r>
            <a:r>
              <a:rPr lang="en-US" altLang="ko-KR" dirty="0"/>
              <a:t>/</a:t>
            </a:r>
            <a:r>
              <a:rPr lang="en-US" altLang="ko-KR" dirty="0" err="1"/>
              <a:t>Third_Party</a:t>
            </a:r>
            <a:r>
              <a:rPr lang="en-US" altLang="ko-KR" dirty="0"/>
              <a:t>/</a:t>
            </a:r>
            <a:r>
              <a:rPr lang="en-US" altLang="ko-KR" dirty="0" err="1"/>
              <a:t>FreeRTOS</a:t>
            </a:r>
            <a:r>
              <a:rPr lang="en-US" altLang="ko-KR" dirty="0"/>
              <a:t>/Source/CMSIS_RTOS_V2</a:t>
            </a:r>
          </a:p>
          <a:p>
            <a:r>
              <a:rPr lang="en-US" altLang="ko-KR" dirty="0"/>
              <a:t>../</a:t>
            </a:r>
            <a:r>
              <a:rPr lang="en-US" altLang="ko-KR" dirty="0" err="1"/>
              <a:t>Middlewares</a:t>
            </a:r>
            <a:r>
              <a:rPr lang="en-US" altLang="ko-KR" dirty="0"/>
              <a:t>/</a:t>
            </a:r>
            <a:r>
              <a:rPr lang="en-US" altLang="ko-KR" dirty="0" err="1"/>
              <a:t>Third_Party</a:t>
            </a:r>
            <a:r>
              <a:rPr lang="en-US" altLang="ko-KR" dirty="0"/>
              <a:t>/</a:t>
            </a:r>
            <a:r>
              <a:rPr lang="en-US" altLang="ko-KR" dirty="0" err="1"/>
              <a:t>FreeRTOS</a:t>
            </a:r>
            <a:r>
              <a:rPr lang="en-US" altLang="ko-KR" dirty="0"/>
              <a:t>/Source/portable/GCC/ARM_CM4F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5373" y="2718680"/>
            <a:ext cx="7608778" cy="382801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8533403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/>
          <p:cNvSpPr txBox="1"/>
          <p:nvPr/>
        </p:nvSpPr>
        <p:spPr>
          <a:xfrm>
            <a:off x="0" y="244550"/>
            <a:ext cx="1088355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-. </a:t>
            </a:r>
            <a:r>
              <a:rPr lang="ko-KR" altLang="en-US" dirty="0" smtClean="0"/>
              <a:t>전체 프로젝트 </a:t>
            </a:r>
            <a:r>
              <a:rPr lang="ko-KR" altLang="en-US" dirty="0" err="1" smtClean="0"/>
              <a:t>우클릭해서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paths and Symbols</a:t>
            </a:r>
            <a:r>
              <a:rPr lang="ko-KR" altLang="en-US" dirty="0" smtClean="0"/>
              <a:t>로 이동하고 </a:t>
            </a:r>
            <a:r>
              <a:rPr lang="en-US" altLang="ko-KR" dirty="0" smtClean="0"/>
              <a:t>source location</a:t>
            </a:r>
            <a:r>
              <a:rPr lang="ko-KR" altLang="en-US" dirty="0" smtClean="0"/>
              <a:t>에서 </a:t>
            </a:r>
            <a:r>
              <a:rPr lang="en-US" altLang="ko-KR" dirty="0" err="1" smtClean="0"/>
              <a:t>Middlewares</a:t>
            </a:r>
            <a:r>
              <a:rPr lang="ko-KR" altLang="en-US" dirty="0" smtClean="0"/>
              <a:t>폴더 추가</a:t>
            </a:r>
            <a:endParaRPr lang="ko-KR" altLang="en-US" dirty="0"/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1004" y="3365987"/>
            <a:ext cx="7344810" cy="269992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1004" y="613882"/>
            <a:ext cx="6231865" cy="2382773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0" y="2996655"/>
            <a:ext cx="881523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dirty="0" smtClean="0"/>
              <a:t>-. </a:t>
            </a:r>
            <a:r>
              <a:rPr lang="ko-KR" altLang="en-US" dirty="0" smtClean="0"/>
              <a:t>전체 프로젝트 </a:t>
            </a:r>
            <a:r>
              <a:rPr lang="ko-KR" altLang="en-US" dirty="0" err="1" smtClean="0"/>
              <a:t>우클릭해서</a:t>
            </a:r>
            <a:r>
              <a:rPr lang="ko-KR" altLang="en-US" dirty="0" smtClean="0"/>
              <a:t> </a:t>
            </a:r>
            <a:r>
              <a:rPr lang="en-US" altLang="ko-KR" dirty="0" smtClean="0"/>
              <a:t>c/</a:t>
            </a:r>
            <a:r>
              <a:rPr lang="en-US" altLang="ko-KR" dirty="0" err="1" smtClean="0"/>
              <a:t>c++</a:t>
            </a:r>
            <a:r>
              <a:rPr lang="en-US" altLang="ko-KR" dirty="0" smtClean="0"/>
              <a:t> Build&gt;settings&gt;include</a:t>
            </a:r>
            <a:r>
              <a:rPr lang="ko-KR" altLang="en-US" dirty="0" smtClean="0"/>
              <a:t> </a:t>
            </a:r>
            <a:r>
              <a:rPr lang="en-US" altLang="ko-KR" dirty="0" smtClean="0"/>
              <a:t>Paths</a:t>
            </a:r>
            <a:r>
              <a:rPr lang="ko-KR" altLang="en-US" dirty="0" smtClean="0"/>
              <a:t>에 하기 사항 추가 </a:t>
            </a:r>
            <a:endParaRPr lang="ko-KR" altLang="en-US" dirty="0"/>
          </a:p>
        </p:txBody>
      </p:sp>
      <p:sp>
        <p:nvSpPr>
          <p:cNvPr id="10" name="직사각형 9"/>
          <p:cNvSpPr/>
          <p:nvPr/>
        </p:nvSpPr>
        <p:spPr>
          <a:xfrm>
            <a:off x="265611" y="6112074"/>
            <a:ext cx="6096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ko-KR" sz="1200" dirty="0"/>
              <a:t>../</a:t>
            </a:r>
            <a:r>
              <a:rPr lang="en-US" altLang="ko-KR" sz="1200" dirty="0" err="1"/>
              <a:t>Middlewares</a:t>
            </a:r>
            <a:r>
              <a:rPr lang="en-US" altLang="ko-KR" sz="1200" dirty="0"/>
              <a:t>/</a:t>
            </a:r>
            <a:r>
              <a:rPr lang="en-US" altLang="ko-KR" sz="1200" dirty="0" err="1"/>
              <a:t>Third_Party</a:t>
            </a:r>
            <a:r>
              <a:rPr lang="en-US" altLang="ko-KR" sz="1200" dirty="0"/>
              <a:t>/</a:t>
            </a:r>
            <a:r>
              <a:rPr lang="en-US" altLang="ko-KR" sz="1200" dirty="0" err="1"/>
              <a:t>FreeRTOS</a:t>
            </a:r>
            <a:r>
              <a:rPr lang="en-US" altLang="ko-KR" sz="1200" dirty="0"/>
              <a:t>/Source/include</a:t>
            </a:r>
          </a:p>
          <a:p>
            <a:r>
              <a:rPr lang="en-US" altLang="ko-KR" sz="1200" dirty="0"/>
              <a:t>../</a:t>
            </a:r>
            <a:r>
              <a:rPr lang="en-US" altLang="ko-KR" sz="1200" dirty="0" err="1"/>
              <a:t>Middlewares</a:t>
            </a:r>
            <a:r>
              <a:rPr lang="en-US" altLang="ko-KR" sz="1200" dirty="0"/>
              <a:t>/</a:t>
            </a:r>
            <a:r>
              <a:rPr lang="en-US" altLang="ko-KR" sz="1200" dirty="0" err="1"/>
              <a:t>Third_Party</a:t>
            </a:r>
            <a:r>
              <a:rPr lang="en-US" altLang="ko-KR" sz="1200" dirty="0"/>
              <a:t>/</a:t>
            </a:r>
            <a:r>
              <a:rPr lang="en-US" altLang="ko-KR" sz="1200" dirty="0" err="1"/>
              <a:t>FreeRTOS</a:t>
            </a:r>
            <a:r>
              <a:rPr lang="en-US" altLang="ko-KR" sz="1200" dirty="0"/>
              <a:t>/Source/CMSIS_RTOS_V2</a:t>
            </a:r>
          </a:p>
          <a:p>
            <a:r>
              <a:rPr lang="en-US" altLang="ko-KR" sz="1200" dirty="0"/>
              <a:t>../</a:t>
            </a:r>
            <a:r>
              <a:rPr lang="en-US" altLang="ko-KR" sz="1200" dirty="0" err="1"/>
              <a:t>Middlewares</a:t>
            </a:r>
            <a:r>
              <a:rPr lang="en-US" altLang="ko-KR" sz="1200" dirty="0"/>
              <a:t>/</a:t>
            </a:r>
            <a:r>
              <a:rPr lang="en-US" altLang="ko-KR" sz="1200" dirty="0" err="1"/>
              <a:t>Third_Party</a:t>
            </a:r>
            <a:r>
              <a:rPr lang="en-US" altLang="ko-KR" sz="1200" dirty="0"/>
              <a:t>/</a:t>
            </a:r>
            <a:r>
              <a:rPr lang="en-US" altLang="ko-KR" sz="1200" dirty="0" err="1"/>
              <a:t>FreeRTOS</a:t>
            </a:r>
            <a:r>
              <a:rPr lang="en-US" altLang="ko-KR" sz="1200" dirty="0"/>
              <a:t>/Source/portable/GCC/ARM_CM4F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40922100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직사각형 2"/>
          <p:cNvSpPr/>
          <p:nvPr/>
        </p:nvSpPr>
        <p:spPr>
          <a:xfrm>
            <a:off x="6361496" y="1642988"/>
            <a:ext cx="5359801" cy="203132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ko-KR" altLang="en-US" dirty="0"/>
              <a:t>../</a:t>
            </a:r>
            <a:r>
              <a:rPr lang="ko-KR" altLang="en-US" dirty="0" smtClean="0"/>
              <a:t>LWIP/</a:t>
            </a:r>
            <a:r>
              <a:rPr lang="ko-KR" altLang="en-US" dirty="0" err="1" smtClean="0"/>
              <a:t>App</a:t>
            </a:r>
            <a:endParaRPr lang="en-US" altLang="ko-KR" dirty="0" smtClean="0"/>
          </a:p>
          <a:p>
            <a:r>
              <a:rPr lang="en-US" altLang="ko-KR" dirty="0"/>
              <a:t>../</a:t>
            </a:r>
            <a:r>
              <a:rPr lang="en-US" altLang="ko-KR" dirty="0" smtClean="0"/>
              <a:t>LWIP/Target</a:t>
            </a:r>
            <a:endParaRPr lang="en-US" altLang="ko-KR" dirty="0"/>
          </a:p>
          <a:p>
            <a:r>
              <a:rPr lang="en-US" altLang="ko-KR" dirty="0" smtClean="0"/>
              <a:t>../</a:t>
            </a:r>
            <a:r>
              <a:rPr lang="en-US" altLang="ko-KR" dirty="0" err="1" smtClean="0"/>
              <a:t>Middlewares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Third_Party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LwIP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/include </a:t>
            </a:r>
          </a:p>
          <a:p>
            <a:r>
              <a:rPr lang="en-US" altLang="ko-KR" dirty="0" smtClean="0"/>
              <a:t>../</a:t>
            </a:r>
            <a:r>
              <a:rPr lang="en-US" altLang="ko-KR" dirty="0" err="1" smtClean="0"/>
              <a:t>Middlewares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Third_Party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LwIP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src</a:t>
            </a:r>
            <a:r>
              <a:rPr lang="en-US" altLang="ko-KR" dirty="0" smtClean="0"/>
              <a:t>/include/</a:t>
            </a:r>
            <a:r>
              <a:rPr lang="en-US" altLang="ko-KR" dirty="0" err="1" smtClean="0"/>
              <a:t>netif</a:t>
            </a:r>
            <a:r>
              <a:rPr lang="en-US" altLang="ko-KR" dirty="0" smtClean="0"/>
              <a:t> </a:t>
            </a:r>
          </a:p>
          <a:p>
            <a:r>
              <a:rPr lang="en-US" altLang="ko-KR" dirty="0" smtClean="0"/>
              <a:t>../</a:t>
            </a:r>
            <a:r>
              <a:rPr lang="en-US" altLang="ko-KR" dirty="0" err="1" smtClean="0"/>
              <a:t>Middlewares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Third_Party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LwIP</a:t>
            </a:r>
            <a:r>
              <a:rPr lang="en-US" altLang="ko-KR" dirty="0" smtClean="0"/>
              <a:t>/system</a:t>
            </a:r>
          </a:p>
          <a:p>
            <a:r>
              <a:rPr lang="en-US" altLang="ko-KR" dirty="0" smtClean="0"/>
              <a:t>../</a:t>
            </a:r>
            <a:r>
              <a:rPr lang="en-US" altLang="ko-KR" dirty="0" err="1" smtClean="0"/>
              <a:t>Middlewares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Third_Party</a:t>
            </a:r>
            <a:r>
              <a:rPr lang="en-US" altLang="ko-KR" dirty="0" smtClean="0"/>
              <a:t>/</a:t>
            </a:r>
            <a:r>
              <a:rPr lang="en-US" altLang="ko-KR" dirty="0" err="1" smtClean="0"/>
              <a:t>LwIP</a:t>
            </a:r>
            <a:r>
              <a:rPr lang="en-US" altLang="ko-KR" dirty="0" smtClean="0"/>
              <a:t>/system/arch</a:t>
            </a:r>
          </a:p>
          <a:p>
            <a:r>
              <a:rPr lang="en-US" altLang="ko-KR" dirty="0" smtClean="0"/>
              <a:t>../Drivers/BSP/Components/lan8742</a:t>
            </a:r>
            <a:endParaRPr lang="ko-KR" altLang="en-US" dirty="0"/>
          </a:p>
        </p:txBody>
      </p:sp>
      <p:pic>
        <p:nvPicPr>
          <p:cNvPr id="4" name="그림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4462" y="1367851"/>
            <a:ext cx="5817616" cy="2705868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4461" y="4601237"/>
            <a:ext cx="4837575" cy="2256763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275741" y="362188"/>
            <a:ext cx="4251998" cy="369332"/>
          </a:xfrm>
          <a:prstGeom prst="rect">
            <a:avLst/>
          </a:prstGeom>
          <a:ln w="57150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none" rtlCol="0">
            <a:spAutoFit/>
          </a:bodyPr>
          <a:lstStyle/>
          <a:p>
            <a:r>
              <a:rPr lang="en-US" altLang="ko-KR" dirty="0" smtClean="0"/>
              <a:t>LWIP </a:t>
            </a:r>
            <a:r>
              <a:rPr lang="ko-KR" altLang="en-US" dirty="0" err="1" smtClean="0"/>
              <a:t>포팅도</a:t>
            </a:r>
            <a:r>
              <a:rPr lang="ko-KR" altLang="en-US" dirty="0" smtClean="0"/>
              <a:t> 거의 </a:t>
            </a:r>
            <a:r>
              <a:rPr lang="en-US" altLang="ko-KR" dirty="0" smtClean="0"/>
              <a:t>RTOS</a:t>
            </a:r>
            <a:r>
              <a:rPr lang="ko-KR" altLang="en-US" dirty="0" smtClean="0"/>
              <a:t>하고 유사하다</a:t>
            </a:r>
            <a:r>
              <a:rPr lang="en-US" altLang="ko-KR" dirty="0" smtClean="0"/>
              <a:t>. 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5476240" y="690880"/>
            <a:ext cx="3383280" cy="751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폴더 넣기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4866640" y="4601237"/>
            <a:ext cx="3383280" cy="751840"/>
          </a:xfrm>
          <a:prstGeom prst="rect">
            <a:avLst/>
          </a:prstGeom>
        </p:spPr>
        <p:style>
          <a:lnRef idx="2">
            <a:schemeClr val="accent6">
              <a:shade val="50000"/>
            </a:schemeClr>
          </a:lnRef>
          <a:fillRef idx="1">
            <a:schemeClr val="accent6"/>
          </a:fillRef>
          <a:effectRef idx="0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dirty="0" smtClean="0"/>
              <a:t>이 파일은 </a:t>
            </a:r>
            <a:r>
              <a:rPr lang="en-US" altLang="ko-KR" dirty="0" smtClean="0"/>
              <a:t>EXCLUDE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5091166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3360</TotalTime>
  <Words>115</Words>
  <Application>Microsoft Office PowerPoint</Application>
  <PresentationFormat>와이드스크린</PresentationFormat>
  <Paragraphs>28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7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sanghyun choi</dc:creator>
  <cp:lastModifiedBy>sanghyun choi</cp:lastModifiedBy>
  <cp:revision>147</cp:revision>
  <dcterms:created xsi:type="dcterms:W3CDTF">2026-03-03T00:14:07Z</dcterms:created>
  <dcterms:modified xsi:type="dcterms:W3CDTF">2026-05-08T03:12:35Z</dcterms:modified>
</cp:coreProperties>
</file>