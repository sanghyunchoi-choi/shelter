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70" r:id="rId4"/>
    <p:sldId id="271" r:id="rId5"/>
    <p:sldId id="257" r:id="rId6"/>
    <p:sldId id="272" r:id="rId7"/>
    <p:sldId id="269" r:id="rId8"/>
    <p:sldId id="268" r:id="rId9"/>
    <p:sldId id="265" r:id="rId10"/>
    <p:sldId id="259" r:id="rId11"/>
    <p:sldId id="263" r:id="rId12"/>
    <p:sldId id="260" r:id="rId13"/>
    <p:sldId id="258" r:id="rId14"/>
    <p:sldId id="262" r:id="rId15"/>
    <p:sldId id="261" r:id="rId16"/>
    <p:sldId id="266" r:id="rId17"/>
    <p:sldId id="267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61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35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77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49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57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31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2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68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61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43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1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7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.blog.naver.com/PostView.naver?blogId=eziya76&amp;logNo=221996669928&amp;proxyReferer=https://www.youtube.com/&amp;trackingCode=external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36331" y="384711"/>
            <a:ext cx="589085" cy="2259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685800" y="551765"/>
            <a:ext cx="298939" cy="29014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681403" y="958409"/>
            <a:ext cx="298939" cy="29014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681402" y="1365053"/>
            <a:ext cx="298939" cy="29014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681402" y="1771697"/>
            <a:ext cx="298939" cy="29014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681402" y="2178341"/>
            <a:ext cx="298939" cy="29014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36331" y="2846558"/>
            <a:ext cx="683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JTAG</a:t>
            </a:r>
            <a:endParaRPr lang="ko-KR" altLang="en-US" dirty="0"/>
          </a:p>
        </p:txBody>
      </p:sp>
      <p:cxnSp>
        <p:nvCxnSpPr>
          <p:cNvPr id="12" name="직선 연결선 11"/>
          <p:cNvCxnSpPr>
            <a:stCxn id="5" idx="6"/>
          </p:cNvCxnSpPr>
          <p:nvPr/>
        </p:nvCxnSpPr>
        <p:spPr>
          <a:xfrm flipV="1">
            <a:off x="984739" y="683650"/>
            <a:ext cx="1371600" cy="13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flipV="1">
            <a:off x="980341" y="1125463"/>
            <a:ext cx="1371600" cy="13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V="1">
            <a:off x="980341" y="1521666"/>
            <a:ext cx="1371600" cy="13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flipV="1">
            <a:off x="980341" y="1917869"/>
            <a:ext cx="1371600" cy="13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 flipV="1">
            <a:off x="980341" y="2314071"/>
            <a:ext cx="1371600" cy="1318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549770" y="472579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VCC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549770" y="940797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SWSCLK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549770" y="1310129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SWDIO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549770" y="1723283"/>
            <a:ext cx="811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RESET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549770" y="2142593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GND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7833946" y="430823"/>
            <a:ext cx="2690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MCU : STM32H743ZIT6</a:t>
            </a:r>
          </a:p>
          <a:p>
            <a:r>
              <a:rPr lang="ko-KR" altLang="en-US" dirty="0" smtClean="0"/>
              <a:t>전원 </a:t>
            </a:r>
            <a:r>
              <a:rPr lang="en-US" altLang="ko-KR" dirty="0" smtClean="0"/>
              <a:t>12V -&gt; 5V -&gt; 3.3V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833946" y="1375938"/>
            <a:ext cx="23139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DIGITAL INPUT</a:t>
            </a:r>
            <a:r>
              <a:rPr lang="ko-KR" altLang="en-US" dirty="0" smtClean="0"/>
              <a:t> </a:t>
            </a:r>
            <a:r>
              <a:rPr lang="en-US" altLang="ko-KR" dirty="0" smtClean="0"/>
              <a:t>: 8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en-US" altLang="ko-KR" dirty="0" smtClean="0"/>
              <a:t>UART : 2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en-US" altLang="ko-KR" dirty="0" smtClean="0"/>
              <a:t>ETHERNET : 1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en-US" altLang="ko-KR" dirty="0" smtClean="0"/>
              <a:t>485 : 5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ko-KR" altLang="en-US" dirty="0" smtClean="0"/>
              <a:t>릴레이 아웃 </a:t>
            </a:r>
            <a:r>
              <a:rPr lang="en-US" altLang="ko-KR" dirty="0" smtClean="0"/>
              <a:t>: 20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ko-KR" altLang="en-US" dirty="0" smtClean="0"/>
              <a:t>온도</a:t>
            </a:r>
            <a:r>
              <a:rPr lang="en-US" altLang="ko-KR" dirty="0" smtClean="0"/>
              <a:t>/</a:t>
            </a:r>
            <a:r>
              <a:rPr lang="ko-KR" altLang="en-US" dirty="0" smtClean="0"/>
              <a:t>습도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en-US" altLang="ko-KR" dirty="0" smtClean="0"/>
              <a:t>IR_1,IR_2 : 2</a:t>
            </a:r>
            <a:r>
              <a:rPr lang="ko-KR" altLang="en-US" dirty="0" smtClean="0"/>
              <a:t>개</a:t>
            </a:r>
            <a:endParaRPr lang="en-US" altLang="ko-KR" dirty="0" smtClean="0"/>
          </a:p>
          <a:p>
            <a:r>
              <a:rPr lang="ko-KR" altLang="en-US" dirty="0" err="1" smtClean="0"/>
              <a:t>먼지센서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</a:t>
            </a:r>
            <a:r>
              <a:rPr lang="ko-KR" altLang="en-US" dirty="0" smtClean="0"/>
              <a:t>개 </a:t>
            </a:r>
            <a:endParaRPr lang="en-US" altLang="ko-KR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7833946" y="4176346"/>
            <a:ext cx="31307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릴레이 </a:t>
            </a:r>
            <a:r>
              <a:rPr lang="en-US" altLang="ko-KR" dirty="0" smtClean="0"/>
              <a:t>: TX2SA-5V </a:t>
            </a:r>
          </a:p>
          <a:p>
            <a:r>
              <a:rPr lang="en-US" altLang="ko-KR" dirty="0" smtClean="0"/>
              <a:t>ETHERNET : WIZNET W5500</a:t>
            </a:r>
          </a:p>
          <a:p>
            <a:r>
              <a:rPr lang="ko-KR" altLang="en-US" dirty="0" err="1" smtClean="0"/>
              <a:t>포토커플러</a:t>
            </a:r>
            <a:r>
              <a:rPr lang="ko-KR" altLang="en-US" dirty="0" smtClean="0"/>
              <a:t> </a:t>
            </a:r>
            <a:r>
              <a:rPr lang="en-US" altLang="ko-KR" dirty="0" smtClean="0"/>
              <a:t>: PC817</a:t>
            </a:r>
          </a:p>
          <a:p>
            <a:r>
              <a:rPr lang="en-US" altLang="ko-KR" dirty="0" smtClean="0"/>
              <a:t>485 IC : ISL83483 </a:t>
            </a:r>
            <a:endParaRPr lang="en-US" altLang="ko-KR" dirty="0"/>
          </a:p>
        </p:txBody>
      </p:sp>
      <p:sp>
        <p:nvSpPr>
          <p:cNvPr id="25" name="TextBox 24"/>
          <p:cNvSpPr txBox="1"/>
          <p:nvPr/>
        </p:nvSpPr>
        <p:spPr>
          <a:xfrm>
            <a:off x="476125" y="3385422"/>
            <a:ext cx="259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다운로드 </a:t>
            </a:r>
            <a:r>
              <a:rPr lang="en-US" altLang="ko-KR" dirty="0" smtClean="0"/>
              <a:t>: ST-LINK/V2</a:t>
            </a:r>
            <a:endParaRPr lang="en-US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30" y="4078365"/>
            <a:ext cx="5152399" cy="229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0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9495" y="417250"/>
            <a:ext cx="48279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LDO : 2576s (step down)</a:t>
            </a:r>
          </a:p>
          <a:p>
            <a:r>
              <a:rPr lang="en-US" altLang="ko-KR" dirty="0" smtClean="0"/>
              <a:t>Input : 7~40V</a:t>
            </a:r>
          </a:p>
          <a:p>
            <a:r>
              <a:rPr lang="en-US" altLang="ko-KR" dirty="0" smtClean="0"/>
              <a:t>Output : 5V</a:t>
            </a:r>
          </a:p>
          <a:p>
            <a:endParaRPr lang="en-US" altLang="ko-KR" dirty="0"/>
          </a:p>
          <a:p>
            <a:r>
              <a:rPr lang="en-US" altLang="ko-KR" dirty="0" smtClean="0"/>
              <a:t>DBF2510 : </a:t>
            </a:r>
            <a:r>
              <a:rPr lang="ko-KR" altLang="en-US" dirty="0" smtClean="0"/>
              <a:t>전원 방향성 제거</a:t>
            </a:r>
            <a:r>
              <a:rPr lang="en-US" altLang="ko-KR" dirty="0" smtClean="0"/>
              <a:t>, Bridge Rectifier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3.3V step down 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994951" y="3906175"/>
            <a:ext cx="1047565" cy="790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Bridge</a:t>
            </a:r>
          </a:p>
          <a:p>
            <a:pPr algn="ctr"/>
            <a:r>
              <a:rPr lang="en-US" altLang="ko-KR" dirty="0" smtClean="0"/>
              <a:t>Rectifier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105487" y="3906175"/>
            <a:ext cx="1047565" cy="790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12V input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227483" y="3213717"/>
            <a:ext cx="1413014" cy="594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전압 </a:t>
            </a:r>
            <a:r>
              <a:rPr lang="en-US" altLang="ko-KR" dirty="0" smtClean="0"/>
              <a:t>10V </a:t>
            </a:r>
            <a:r>
              <a:rPr lang="ko-KR" altLang="en-US" dirty="0" smtClean="0"/>
              <a:t>강하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361068" y="3906175"/>
            <a:ext cx="1047565" cy="790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5V step down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9439922" y="3906175"/>
            <a:ext cx="1287263" cy="790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3.3V step down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500326" y="2956265"/>
            <a:ext cx="10031767" cy="21572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985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86" y="384890"/>
            <a:ext cx="3096057" cy="19910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440115" y="384890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커넥터 전원 </a:t>
            </a:r>
            <a:r>
              <a:rPr lang="en-US" altLang="ko-KR" dirty="0" smtClean="0"/>
              <a:t>VDD_3VD</a:t>
            </a:r>
            <a:r>
              <a:rPr lang="ko-KR" altLang="en-US" dirty="0" smtClean="0"/>
              <a:t>로 변경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86" y="3088469"/>
            <a:ext cx="5010849" cy="27912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350976" y="308846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추가 사항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350976" y="3550227"/>
            <a:ext cx="51972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IR</a:t>
            </a:r>
            <a:r>
              <a:rPr lang="ko-KR" altLang="en-US" dirty="0"/>
              <a:t> </a:t>
            </a:r>
            <a:r>
              <a:rPr lang="ko-KR" altLang="en-US" dirty="0" smtClean="0"/>
              <a:t>제거 한 자리에 하나 더 만든다고 생각하면 됨</a:t>
            </a:r>
            <a:endParaRPr lang="en-US" altLang="ko-KR" dirty="0" smtClean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다음 페이지 참고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330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31" y="357046"/>
            <a:ext cx="3553321" cy="2029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4" name="직선 화살표 연결선 3"/>
          <p:cNvCxnSpPr/>
          <p:nvPr/>
        </p:nvCxnSpPr>
        <p:spPr>
          <a:xfrm>
            <a:off x="4492869" y="1204546"/>
            <a:ext cx="14067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9246" y="729762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핀맵이</a:t>
            </a:r>
            <a:r>
              <a:rPr lang="ko-KR" altLang="en-US" dirty="0" smtClean="0"/>
              <a:t> 뒤집힘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836" y="538429"/>
            <a:ext cx="3699277" cy="16663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31" y="2861792"/>
            <a:ext cx="1762371" cy="1486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2734407" y="3048959"/>
            <a:ext cx="313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터미널 블록 전원 </a:t>
            </a:r>
            <a:r>
              <a:rPr lang="ko-KR" altLang="en-US" dirty="0" err="1" smtClean="0"/>
              <a:t>한개</a:t>
            </a:r>
            <a:r>
              <a:rPr lang="ko-KR" altLang="en-US" dirty="0" smtClean="0"/>
              <a:t> 추가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1931" y="5262703"/>
            <a:ext cx="7642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RY700,RY701,RY702,</a:t>
            </a:r>
            <a:r>
              <a:rPr lang="en-US" altLang="ko-KR" dirty="0" smtClean="0">
                <a:solidFill>
                  <a:srgbClr val="FF0000"/>
                </a:solidFill>
              </a:rPr>
              <a:t>RY303</a:t>
            </a:r>
            <a:r>
              <a:rPr lang="en-US" altLang="ko-KR" dirty="0" smtClean="0"/>
              <a:t>,RY704 -&gt; NC(</a:t>
            </a:r>
            <a:r>
              <a:rPr lang="en-US" altLang="ko-KR" dirty="0" err="1" smtClean="0"/>
              <a:t>Nomally</a:t>
            </a:r>
            <a:r>
              <a:rPr lang="en-US" altLang="ko-KR" dirty="0" smtClean="0"/>
              <a:t> Close)</a:t>
            </a:r>
            <a:r>
              <a:rPr lang="ko-KR" altLang="en-US" dirty="0" smtClean="0"/>
              <a:t>형태로 핀 변경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7331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94865" y="-441384"/>
            <a:ext cx="4452076" cy="75243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84638" y="254977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전체 보드 화면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382982" y="624309"/>
            <a:ext cx="2590800" cy="19803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84638" y="942109"/>
            <a:ext cx="21732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제거 </a:t>
            </a:r>
            <a:endParaRPr lang="en-US" altLang="ko-KR" sz="1200" dirty="0" smtClean="0"/>
          </a:p>
          <a:p>
            <a:r>
              <a:rPr lang="en-US" altLang="ko-KR" sz="1200" dirty="0" smtClean="0"/>
              <a:t>-&gt; 12V/0.29A </a:t>
            </a:r>
            <a:r>
              <a:rPr lang="ko-KR" altLang="en-US" sz="1200" dirty="0" smtClean="0"/>
              <a:t>쿨러 </a:t>
            </a:r>
            <a:r>
              <a:rPr lang="en-US" altLang="ko-KR" sz="1200" dirty="0"/>
              <a:t>1</a:t>
            </a:r>
            <a:r>
              <a:rPr lang="en-US" altLang="ko-KR" sz="1200" dirty="0" smtClean="0"/>
              <a:t>EA </a:t>
            </a:r>
            <a:r>
              <a:rPr lang="ko-KR" altLang="en-US" sz="1200" dirty="0" smtClean="0"/>
              <a:t>대체</a:t>
            </a:r>
            <a:endParaRPr lang="en-US" altLang="ko-KR" sz="1200" dirty="0" smtClean="0"/>
          </a:p>
          <a:p>
            <a:r>
              <a:rPr lang="en-US" altLang="ko-KR" sz="1200" dirty="0" smtClean="0"/>
              <a:t>4pin header </a:t>
            </a:r>
          </a:p>
          <a:p>
            <a:r>
              <a:rPr lang="en-US" altLang="ko-KR" sz="1200" dirty="0" err="1" smtClean="0"/>
              <a:t>Vcc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gnd</a:t>
            </a:r>
            <a:r>
              <a:rPr lang="en-US" altLang="ko-KR" sz="1200" dirty="0" smtClean="0"/>
              <a:t>/sensing/</a:t>
            </a:r>
            <a:r>
              <a:rPr lang="en-US" altLang="ko-KR" sz="1200" dirty="0" err="1" smtClean="0"/>
              <a:t>pwm</a:t>
            </a:r>
            <a:r>
              <a:rPr lang="en-US" altLang="ko-KR" sz="1200" dirty="0" smtClean="0"/>
              <a:t>  </a:t>
            </a:r>
          </a:p>
          <a:p>
            <a:endParaRPr lang="en-US" altLang="ko-KR" sz="1200" dirty="0"/>
          </a:p>
          <a:p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9157855" y="2978727"/>
            <a:ext cx="1343890" cy="526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792691" y="2978727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IR</a:t>
            </a:r>
            <a:r>
              <a:rPr lang="ko-KR" altLang="en-US" dirty="0"/>
              <a:t> </a:t>
            </a:r>
            <a:r>
              <a:rPr lang="ko-KR" altLang="en-US" dirty="0" smtClean="0"/>
              <a:t>제거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792691" y="332035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온</a:t>
            </a:r>
            <a:r>
              <a:rPr lang="en-US" altLang="ko-KR" dirty="0" smtClean="0"/>
              <a:t>/</a:t>
            </a:r>
            <a:r>
              <a:rPr lang="ko-KR" altLang="en-US" dirty="0" smtClean="0"/>
              <a:t>습도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357862" y="2936309"/>
            <a:ext cx="1343890" cy="526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24546" y="3578662"/>
            <a:ext cx="1788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12V / ground </a:t>
            </a:r>
            <a:r>
              <a:rPr lang="ko-KR" altLang="en-US" sz="1200" dirty="0" smtClean="0"/>
              <a:t>단자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개</a:t>
            </a:r>
            <a:endParaRPr lang="en-US" altLang="ko-KR" sz="1200" dirty="0" smtClean="0"/>
          </a:p>
          <a:p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파워보드용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8049491" y="552100"/>
            <a:ext cx="2590800" cy="19803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174182" y="254977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릴레이 </a:t>
            </a:r>
            <a:r>
              <a:rPr lang="en-US" altLang="ko-KR" dirty="0" smtClean="0"/>
              <a:t>close 5</a:t>
            </a:r>
            <a:r>
              <a:rPr lang="ko-KR" altLang="en-US" dirty="0" smtClean="0"/>
              <a:t>개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962400" y="4040328"/>
            <a:ext cx="1287114" cy="1838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3919479" y="601730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제거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2000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41" y="470768"/>
            <a:ext cx="4851706" cy="1842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43600" y="2798054"/>
            <a:ext cx="395941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 &lt;&lt; 2 Form C(</a:t>
            </a:r>
            <a:r>
              <a:rPr lang="ko-KR" altLang="en-US" sz="1200" dirty="0" err="1" smtClean="0"/>
              <a:t>전환접점</a:t>
            </a:r>
            <a:r>
              <a:rPr lang="en-US" altLang="ko-KR" sz="1200" dirty="0" smtClean="0"/>
              <a:t>) &gt;&gt;</a:t>
            </a:r>
          </a:p>
          <a:p>
            <a:r>
              <a:rPr lang="en-US" altLang="ko-KR" sz="1200" dirty="0" smtClean="0"/>
              <a:t>-.</a:t>
            </a:r>
            <a:r>
              <a:rPr lang="ko-KR" altLang="en-US" sz="1200" dirty="0" smtClean="0"/>
              <a:t>코일 전원 미인가</a:t>
            </a:r>
            <a:endParaRPr lang="en-US" altLang="ko-KR" sz="1200" dirty="0" smtClean="0"/>
          </a:p>
          <a:p>
            <a:r>
              <a:rPr lang="en-US" altLang="ko-KR" sz="1200" dirty="0" smtClean="0"/>
              <a:t>3</a:t>
            </a:r>
            <a:r>
              <a:rPr lang="ko-KR" altLang="en-US" sz="1200" dirty="0" smtClean="0"/>
              <a:t>번 핀</a:t>
            </a:r>
            <a:r>
              <a:rPr lang="en-US" altLang="ko-KR" sz="1200" dirty="0" smtClean="0"/>
              <a:t>(NC, normally closed)</a:t>
            </a:r>
            <a:r>
              <a:rPr lang="ko-KR" altLang="en-US" sz="1200" dirty="0" smtClean="0"/>
              <a:t>과</a:t>
            </a:r>
            <a:r>
              <a:rPr lang="en-US" altLang="ko-KR" sz="1200" dirty="0" smtClean="0"/>
              <a:t> 4</a:t>
            </a:r>
            <a:r>
              <a:rPr lang="ko-KR" altLang="en-US" sz="1200" dirty="0" err="1" smtClean="0"/>
              <a:t>번핀</a:t>
            </a:r>
            <a:r>
              <a:rPr lang="en-US" altLang="ko-KR" sz="1200" dirty="0" smtClean="0"/>
              <a:t>(common)</a:t>
            </a:r>
            <a:r>
              <a:rPr lang="ko-KR" altLang="en-US" sz="1200" dirty="0" smtClean="0"/>
              <a:t>이 연결</a:t>
            </a:r>
            <a:endParaRPr lang="en-US" altLang="ko-KR" sz="1200" dirty="0" smtClean="0"/>
          </a:p>
          <a:p>
            <a:r>
              <a:rPr lang="en-US" altLang="ko-KR" sz="1200" dirty="0" smtClean="0"/>
              <a:t>5</a:t>
            </a:r>
            <a:r>
              <a:rPr lang="ko-KR" altLang="en-US" sz="1200" dirty="0" smtClean="0"/>
              <a:t>번 핀</a:t>
            </a:r>
            <a:r>
              <a:rPr lang="en-US" altLang="ko-KR" sz="1200" dirty="0" smtClean="0"/>
              <a:t>(NO, normally Open)</a:t>
            </a:r>
          </a:p>
          <a:p>
            <a:r>
              <a:rPr lang="en-US" altLang="ko-KR" sz="1200" dirty="0" smtClean="0"/>
              <a:t>-.</a:t>
            </a:r>
            <a:r>
              <a:rPr lang="ko-KR" altLang="en-US" sz="1200" dirty="0" smtClean="0"/>
              <a:t>코일 전원 인가 </a:t>
            </a:r>
            <a:endParaRPr lang="en-US" altLang="ko-KR" sz="1200" dirty="0" smtClean="0"/>
          </a:p>
          <a:p>
            <a:r>
              <a:rPr lang="en-US" altLang="ko-KR" sz="1200" dirty="0" smtClean="0"/>
              <a:t>3</a:t>
            </a:r>
            <a:r>
              <a:rPr lang="ko-KR" altLang="en-US" sz="1200" dirty="0" err="1" smtClean="0"/>
              <a:t>번핀</a:t>
            </a:r>
            <a:r>
              <a:rPr lang="ko-KR" altLang="en-US" sz="1200" dirty="0" smtClean="0"/>
              <a:t> 연결 </a:t>
            </a:r>
            <a:r>
              <a:rPr lang="en-US" altLang="ko-KR" sz="1200" dirty="0" smtClean="0"/>
              <a:t>X</a:t>
            </a:r>
          </a:p>
          <a:p>
            <a:r>
              <a:rPr lang="en-US" altLang="ko-KR" sz="1200" dirty="0" smtClean="0"/>
              <a:t>4</a:t>
            </a:r>
            <a:r>
              <a:rPr lang="ko-KR" altLang="en-US" sz="1200" dirty="0" err="1" smtClean="0"/>
              <a:t>번핀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5</a:t>
            </a:r>
            <a:r>
              <a:rPr lang="ko-KR" altLang="en-US" sz="1200" dirty="0" err="1" smtClean="0"/>
              <a:t>번핀</a:t>
            </a:r>
            <a:r>
              <a:rPr lang="ko-KR" altLang="en-US" sz="1200" dirty="0" smtClean="0"/>
              <a:t> 연결</a:t>
            </a:r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8018585" y="2579722"/>
            <a:ext cx="337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4: </a:t>
            </a:r>
            <a:r>
              <a:rPr lang="en-US" altLang="ko-KR" dirty="0" err="1" smtClean="0"/>
              <a:t>pwm</a:t>
            </a:r>
            <a:r>
              <a:rPr lang="en-US" altLang="ko-KR" dirty="0" smtClean="0"/>
              <a:t>, 3: </a:t>
            </a:r>
            <a:r>
              <a:rPr lang="en-US" altLang="ko-KR" dirty="0" err="1" smtClean="0"/>
              <a:t>sens</a:t>
            </a:r>
            <a:r>
              <a:rPr lang="en-US" altLang="ko-KR" dirty="0" smtClean="0"/>
              <a:t>, 2: 12V, 1: </a:t>
            </a:r>
            <a:r>
              <a:rPr lang="en-US" altLang="ko-KR" dirty="0" err="1" smtClean="0"/>
              <a:t>gnd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715589" y="2210390"/>
            <a:ext cx="2423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MOLEX 47054-1000 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589" y="470767"/>
            <a:ext cx="2181529" cy="16194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996" y="3851035"/>
            <a:ext cx="5881186" cy="15683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직사각형 8"/>
          <p:cNvSpPr/>
          <p:nvPr/>
        </p:nvSpPr>
        <p:spPr>
          <a:xfrm>
            <a:off x="9357991" y="5591516"/>
            <a:ext cx="2423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MOLEX </a:t>
            </a:r>
            <a:r>
              <a:rPr lang="en-US" altLang="ko-KR" dirty="0" smtClean="0"/>
              <a:t>47053-1000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069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61" y="623454"/>
            <a:ext cx="5603493" cy="55628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3579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124" y="924943"/>
            <a:ext cx="8653947" cy="4997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9114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9262" t="41203" r="32667" b="35600"/>
          <a:stretch/>
        </p:blipFill>
        <p:spPr>
          <a:xfrm rot="16200000">
            <a:off x="5176659" y="1097500"/>
            <a:ext cx="2046519" cy="21074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184638" y="254977"/>
            <a:ext cx="3997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EEPROM : AT25LC256(256K SPI BUS)</a:t>
            </a:r>
          </a:p>
          <a:p>
            <a:r>
              <a:rPr lang="en-US" altLang="ko-KR" dirty="0" smtClean="0"/>
              <a:t>RTC : DS3231M(I2C RTC CLOCK)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818080" y="4338989"/>
            <a:ext cx="43428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SPI6</a:t>
            </a:r>
          </a:p>
          <a:p>
            <a:r>
              <a:rPr lang="en-US" altLang="ko-KR" dirty="0" smtClean="0"/>
              <a:t>PG13,PG13,PG12,PG11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SPI6_MOSI, SPI6_SCK,SPI6_MISO,EEP_CS</a:t>
            </a:r>
          </a:p>
          <a:p>
            <a:endParaRPr lang="en-US" altLang="ko-KR" dirty="0">
              <a:solidFill>
                <a:srgbClr val="00B050"/>
              </a:solidFill>
            </a:endParaRPr>
          </a:p>
          <a:p>
            <a:r>
              <a:rPr lang="en-US" altLang="ko-KR" dirty="0" err="1" smtClean="0">
                <a:solidFill>
                  <a:srgbClr val="00B050"/>
                </a:solidFill>
              </a:rPr>
              <a:t>Eeprom</a:t>
            </a:r>
            <a:r>
              <a:rPr lang="en-US" altLang="ko-KR" dirty="0" smtClean="0">
                <a:solidFill>
                  <a:srgbClr val="00B050"/>
                </a:solidFill>
              </a:rPr>
              <a:t> : </a:t>
            </a:r>
            <a:r>
              <a:rPr lang="en-US" altLang="ko-KR" dirty="0" err="1" smtClean="0">
                <a:solidFill>
                  <a:srgbClr val="00B050"/>
                </a:solidFill>
              </a:rPr>
              <a:t>ip</a:t>
            </a:r>
            <a:r>
              <a:rPr lang="ko-KR" altLang="en-US" dirty="0" smtClean="0">
                <a:solidFill>
                  <a:srgbClr val="00B050"/>
                </a:solidFill>
              </a:rPr>
              <a:t>나 설치 위치 저장용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6318" y="1634868"/>
            <a:ext cx="2709396" cy="92333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I2C3[NC </a:t>
            </a:r>
            <a:r>
              <a:rPr lang="ko-KR" altLang="en-US" dirty="0" smtClean="0"/>
              <a:t>처리</a:t>
            </a:r>
            <a:r>
              <a:rPr lang="en-US" altLang="ko-KR" dirty="0" smtClean="0"/>
              <a:t>], </a:t>
            </a:r>
            <a:r>
              <a:rPr lang="ko-KR" altLang="en-US" dirty="0" err="1" smtClean="0"/>
              <a:t>풀업없음</a:t>
            </a:r>
            <a:endParaRPr lang="en-US" altLang="ko-KR" dirty="0" smtClean="0"/>
          </a:p>
          <a:p>
            <a:r>
              <a:rPr lang="en-US" altLang="ko-KR" dirty="0" smtClean="0"/>
              <a:t>PA8, PA9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I2C3_SCL, I2C3_SDA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5146180" y="1907651"/>
            <a:ext cx="516066" cy="650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5818080" y="2479431"/>
            <a:ext cx="381838" cy="5099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2620108" y="1907651"/>
            <a:ext cx="2373923" cy="243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5818080" y="3050931"/>
            <a:ext cx="190919" cy="1222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6318" y="2805166"/>
            <a:ext cx="83708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2.2k</a:t>
            </a:r>
            <a:r>
              <a:rPr lang="ko-KR" altLang="en-US" dirty="0" smtClean="0"/>
              <a:t>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356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85000"/>
          <a:stretch/>
        </p:blipFill>
        <p:spPr>
          <a:xfrm rot="16200000">
            <a:off x="5801193" y="2642080"/>
            <a:ext cx="5375563" cy="1362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타원 3"/>
          <p:cNvSpPr/>
          <p:nvPr/>
        </p:nvSpPr>
        <p:spPr>
          <a:xfrm>
            <a:off x="8172451" y="3516923"/>
            <a:ext cx="633046" cy="6066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875051" y="4941277"/>
            <a:ext cx="4621778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먼지 센서</a:t>
            </a:r>
            <a:r>
              <a:rPr lang="en-US" altLang="ko-KR" dirty="0" smtClean="0"/>
              <a:t>(R202, R203 NC </a:t>
            </a:r>
            <a:r>
              <a:rPr lang="ko-KR" altLang="en-US" dirty="0" smtClean="0"/>
              <a:t>처리 되어 있음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UART8 (</a:t>
            </a:r>
            <a:r>
              <a:rPr lang="en-US" altLang="ko-KR" dirty="0" err="1" smtClean="0"/>
              <a:t>baudrate</a:t>
            </a:r>
            <a:r>
              <a:rPr lang="en-US" altLang="ko-KR" dirty="0" smtClean="0"/>
              <a:t> : 9600)</a:t>
            </a:r>
          </a:p>
          <a:p>
            <a:r>
              <a:rPr lang="en-US" altLang="ko-KR" dirty="0" smtClean="0"/>
              <a:t>PE1,PE0,PB9,PB8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UART8_TX, UART8_RX, PM_RST,PM_SET</a:t>
            </a:r>
            <a:endParaRPr lang="ko-KR" altLang="en-US" dirty="0">
              <a:solidFill>
                <a:srgbClr val="00B050"/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5890847" y="4018085"/>
            <a:ext cx="2215661" cy="15233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8172451" y="2376853"/>
            <a:ext cx="633046" cy="6066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875050" y="685976"/>
            <a:ext cx="3615092" cy="12003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온도 습도 센서</a:t>
            </a:r>
            <a:r>
              <a:rPr lang="en-US" altLang="ko-KR" dirty="0" smtClean="0"/>
              <a:t>(HCSD), </a:t>
            </a:r>
            <a:r>
              <a:rPr lang="ko-KR" altLang="en-US" dirty="0" err="1" smtClean="0"/>
              <a:t>풀업없음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I2C2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PF0, PF1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I2C2_SDA, I2C2_SCL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4139773" y="1004611"/>
            <a:ext cx="3966735" cy="1589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75050" y="2080022"/>
            <a:ext cx="2896947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IR2(OUT SET)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PB7, PB5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IR_MASK_2, IR_CARRIER_2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5049" y="3350967"/>
            <a:ext cx="2896947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IR1(OUT SET)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PB6, PB4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IR_MASK_1, IR_CARRIER_1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185" y="835269"/>
            <a:ext cx="83708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4.7k</a:t>
            </a:r>
            <a:r>
              <a:rPr lang="ko-KR" altLang="en-US" dirty="0" smtClean="0"/>
              <a:t>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625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654" y="404447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RS485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65838" r="54907"/>
          <a:stretch/>
        </p:blipFill>
        <p:spPr>
          <a:xfrm rot="16200000">
            <a:off x="6990178" y="827659"/>
            <a:ext cx="2424004" cy="3103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1393372" y="1490665"/>
            <a:ext cx="171648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 smtClean="0"/>
              <a:t>UART1</a:t>
            </a:r>
          </a:p>
          <a:p>
            <a:r>
              <a:rPr lang="en-US" altLang="ko-KR" sz="1200" dirty="0" smtClean="0"/>
              <a:t>PA9,PA10 ,pin (T+,T-)</a:t>
            </a:r>
          </a:p>
          <a:p>
            <a:r>
              <a:rPr lang="en-US" altLang="ko-KR" sz="1200" dirty="0" smtClean="0"/>
              <a:t>DIR : PA11, </a:t>
            </a:r>
            <a:r>
              <a:rPr lang="en-US" altLang="ko-KR" sz="1200" dirty="0" smtClean="0">
                <a:solidFill>
                  <a:srgbClr val="00B050"/>
                </a:solidFill>
              </a:rPr>
              <a:t>DIR1_485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93372" y="2216882"/>
            <a:ext cx="167160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 smtClean="0"/>
              <a:t>USART2</a:t>
            </a:r>
          </a:p>
          <a:p>
            <a:r>
              <a:rPr lang="en-US" altLang="ko-KR" sz="1200" dirty="0" smtClean="0"/>
              <a:t>PA2, </a:t>
            </a:r>
            <a:r>
              <a:rPr lang="en-US" altLang="ko-KR" sz="1200" dirty="0"/>
              <a:t>PA3 ,pin </a:t>
            </a:r>
            <a:r>
              <a:rPr lang="en-US" altLang="ko-KR" sz="1200" dirty="0" smtClean="0"/>
              <a:t>(</a:t>
            </a:r>
            <a:r>
              <a:rPr lang="en-US" altLang="ko-KR" sz="1200" dirty="0"/>
              <a:t>T+,T-)</a:t>
            </a:r>
            <a:endParaRPr lang="en-US" altLang="ko-KR" sz="1200" dirty="0" smtClean="0"/>
          </a:p>
          <a:p>
            <a:r>
              <a:rPr lang="en-US" altLang="ko-KR" sz="1200" dirty="0" smtClean="0"/>
              <a:t>DIR : PC1</a:t>
            </a:r>
            <a:r>
              <a:rPr lang="en-US" altLang="ko-KR" sz="1200" dirty="0"/>
              <a:t> , </a:t>
            </a:r>
            <a:r>
              <a:rPr lang="en-US" altLang="ko-KR" sz="1200" dirty="0" smtClean="0">
                <a:solidFill>
                  <a:srgbClr val="00B050"/>
                </a:solidFill>
              </a:rPr>
              <a:t>DIR2_485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93373" y="3771363"/>
            <a:ext cx="1671604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 smtClean="0"/>
              <a:t>UART4</a:t>
            </a:r>
          </a:p>
          <a:p>
            <a:r>
              <a:rPr lang="en-US" altLang="ko-KR" sz="1200" dirty="0" smtClean="0"/>
              <a:t>PA0, </a:t>
            </a:r>
            <a:r>
              <a:rPr lang="en-US" altLang="ko-KR" sz="1200" dirty="0"/>
              <a:t>PA1 ,pin </a:t>
            </a:r>
            <a:r>
              <a:rPr lang="en-US" altLang="ko-KR" sz="1200" dirty="0" smtClean="0"/>
              <a:t>(</a:t>
            </a:r>
            <a:r>
              <a:rPr lang="en-US" altLang="ko-KR" sz="1200" dirty="0"/>
              <a:t>T+,T-)</a:t>
            </a:r>
            <a:endParaRPr lang="en-US" altLang="ko-KR" sz="1200" dirty="0" smtClean="0"/>
          </a:p>
          <a:p>
            <a:r>
              <a:rPr lang="en-US" altLang="ko-KR" sz="1200" dirty="0" smtClean="0"/>
              <a:t>DIR 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PC0</a:t>
            </a:r>
            <a:r>
              <a:rPr lang="en-US" altLang="ko-KR" sz="1200" dirty="0"/>
              <a:t> , </a:t>
            </a:r>
            <a:r>
              <a:rPr lang="en-US" altLang="ko-KR" sz="1200" dirty="0" smtClean="0">
                <a:solidFill>
                  <a:srgbClr val="00B050"/>
                </a:solidFill>
              </a:rPr>
              <a:t>DIR4_485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93372" y="2943099"/>
            <a:ext cx="1928213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 smtClean="0"/>
              <a:t>USART3</a:t>
            </a:r>
          </a:p>
          <a:p>
            <a:r>
              <a:rPr lang="en-US" altLang="ko-KR" sz="1200" dirty="0" smtClean="0"/>
              <a:t>PB10, </a:t>
            </a:r>
            <a:r>
              <a:rPr lang="en-US" altLang="ko-KR" sz="1200" dirty="0"/>
              <a:t>PB11 ,pin </a:t>
            </a:r>
            <a:r>
              <a:rPr lang="en-US" altLang="ko-KR" sz="1200" dirty="0" smtClean="0"/>
              <a:t>(</a:t>
            </a:r>
            <a:r>
              <a:rPr lang="en-US" altLang="ko-KR" sz="1200" dirty="0"/>
              <a:t>T+,T-)</a:t>
            </a:r>
            <a:endParaRPr lang="en-US" altLang="ko-KR" sz="1200" dirty="0" smtClean="0"/>
          </a:p>
          <a:p>
            <a:r>
              <a:rPr lang="en-US" altLang="ko-KR" sz="1200" dirty="0" smtClean="0"/>
              <a:t>DIR 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PB15</a:t>
            </a:r>
            <a:r>
              <a:rPr lang="en-US" altLang="ko-KR" sz="1200" dirty="0"/>
              <a:t> , </a:t>
            </a:r>
            <a:r>
              <a:rPr lang="en-US" altLang="ko-KR" sz="1200" dirty="0" smtClean="0">
                <a:solidFill>
                  <a:srgbClr val="00B050"/>
                </a:solidFill>
              </a:rPr>
              <a:t>DIR3_485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93372" y="4524654"/>
            <a:ext cx="192821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 smtClean="0"/>
              <a:t>UART5</a:t>
            </a:r>
          </a:p>
          <a:p>
            <a:r>
              <a:rPr lang="en-US" altLang="ko-KR" sz="1200" dirty="0" smtClean="0"/>
              <a:t>PB12, PB13</a:t>
            </a:r>
            <a:r>
              <a:rPr lang="en-US" altLang="ko-KR" sz="1200" dirty="0"/>
              <a:t> ,pin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(T+,T-)</a:t>
            </a:r>
            <a:endParaRPr lang="en-US" altLang="ko-KR" sz="1200" dirty="0" smtClean="0"/>
          </a:p>
          <a:p>
            <a:r>
              <a:rPr lang="en-US" altLang="ko-KR" sz="1200" dirty="0" smtClean="0"/>
              <a:t>DIR 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PB14</a:t>
            </a:r>
            <a:r>
              <a:rPr lang="en-US" altLang="ko-KR" sz="1200" dirty="0"/>
              <a:t> , </a:t>
            </a:r>
            <a:r>
              <a:rPr lang="en-US" altLang="ko-KR" sz="1200" dirty="0" smtClean="0">
                <a:solidFill>
                  <a:srgbClr val="00B050"/>
                </a:solidFill>
              </a:rPr>
              <a:t>DIR5_485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3321584" y="1813830"/>
            <a:ext cx="3758485" cy="1891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V="1">
            <a:off x="3321584" y="2136996"/>
            <a:ext cx="4211330" cy="4030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3500846" y="2136996"/>
            <a:ext cx="4441371" cy="12070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3196046" y="2216882"/>
            <a:ext cx="5068388" cy="187764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3500846" y="2216882"/>
            <a:ext cx="5120640" cy="26309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93372" y="959750"/>
            <a:ext cx="1837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Baudrate</a:t>
            </a:r>
            <a:r>
              <a:rPr lang="en-US" altLang="ko-KR" dirty="0" smtClean="0"/>
              <a:t> : 9600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246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45092" r="34953"/>
          <a:stretch/>
        </p:blipFill>
        <p:spPr>
          <a:xfrm rot="16200000">
            <a:off x="5243266" y="636095"/>
            <a:ext cx="1072662" cy="90851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95654" y="404447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스위치 입력</a:t>
            </a:r>
            <a:r>
              <a:rPr lang="en-US" altLang="ko-KR" dirty="0"/>
              <a:t> </a:t>
            </a:r>
            <a:r>
              <a:rPr lang="en-US" altLang="ko-KR" dirty="0" smtClean="0"/>
              <a:t>: INPUT 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643" y="3739243"/>
            <a:ext cx="5261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PD15, PD14, PD13, PD12, PD11, PD10, PD9, PD8</a:t>
            </a:r>
          </a:p>
          <a:p>
            <a:r>
              <a:rPr lang="en-US" altLang="ko-KR" dirty="0" smtClean="0">
                <a:solidFill>
                  <a:srgbClr val="00B050"/>
                </a:solidFill>
              </a:rPr>
              <a:t>SW8,SW7,SW6,SW5,SW4,SW3,SW2,SW1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96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62431"/>
          <a:stretch/>
        </p:blipFill>
        <p:spPr>
          <a:xfrm rot="16200000">
            <a:off x="4013671" y="-2580561"/>
            <a:ext cx="2019574" cy="90851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42900" y="316523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릴레이 </a:t>
            </a:r>
            <a:r>
              <a:rPr lang="en-US" altLang="ko-KR" dirty="0" smtClean="0"/>
              <a:t>: OUTPUT PORT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9861" y="4290646"/>
            <a:ext cx="1007808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/>
              <a:t>PG0,PF15, PF14, PF13, PF12, PF11,PB2, PB1, PB0, PC5</a:t>
            </a:r>
          </a:p>
          <a:p>
            <a:r>
              <a:rPr lang="en-US" altLang="ko-KR" sz="1600" dirty="0" smtClean="0">
                <a:solidFill>
                  <a:srgbClr val="00B050"/>
                </a:solidFill>
              </a:rPr>
              <a:t>RELAY_10, RELAY_9, RELAY_8, RELAY_7, RELAY_6, RELAY_5, RELAY_4, RELAY_3, RELAY_2, RELAY_1</a:t>
            </a:r>
            <a:endParaRPr lang="en-US" altLang="ko-KR" sz="1600" dirty="0">
              <a:solidFill>
                <a:srgbClr val="00B050"/>
              </a:solidFill>
            </a:endParaRP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PE15,PE14,PE13,PE12,PE11,PE10,PE9,PE8,PE7,PG1</a:t>
            </a:r>
          </a:p>
          <a:p>
            <a:r>
              <a:rPr lang="en-US" altLang="ko-KR" sz="1600" dirty="0" smtClean="0">
                <a:solidFill>
                  <a:srgbClr val="00B050"/>
                </a:solidFill>
              </a:rPr>
              <a:t>RELAY_20, RELAY_19, RELAY_18, RELAY_17, RELAY_16, RELAY_15, RELAY_14, RELAY_13, RELAY_12, RELAY_11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V="1">
            <a:off x="5869577" y="2971801"/>
            <a:ext cx="2658961" cy="13188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1441938" y="3059723"/>
            <a:ext cx="3859824" cy="12309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 flipV="1">
            <a:off x="4888524" y="3121270"/>
            <a:ext cx="413238" cy="21299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1358537" y="2699238"/>
            <a:ext cx="338378" cy="26129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61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r="69791" b="36581"/>
          <a:stretch/>
        </p:blipFill>
        <p:spPr>
          <a:xfrm rot="16200000">
            <a:off x="2795108" y="5857"/>
            <a:ext cx="1623904" cy="57616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95654" y="404447"/>
            <a:ext cx="4995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DIGITAL INPUT : </a:t>
            </a:r>
            <a:r>
              <a:rPr lang="ko-KR" altLang="en-US" dirty="0" smtClean="0"/>
              <a:t>포토 </a:t>
            </a:r>
            <a:r>
              <a:rPr lang="ko-KR" altLang="en-US" dirty="0" err="1" smtClean="0"/>
              <a:t>커플러</a:t>
            </a:r>
            <a:r>
              <a:rPr lang="en-US" altLang="ko-KR" dirty="0" smtClean="0"/>
              <a:t>(PC817), UART6,7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080" y="1400544"/>
            <a:ext cx="7075335" cy="5232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PD0, PD1, PD2, PD3, PD4, PD5, PD6, PD7</a:t>
            </a:r>
          </a:p>
          <a:p>
            <a:r>
              <a:rPr lang="en-US" altLang="ko-KR" sz="1400" dirty="0" smtClean="0">
                <a:solidFill>
                  <a:srgbClr val="00B050"/>
                </a:solidFill>
              </a:rPr>
              <a:t>PHOTO_1,</a:t>
            </a:r>
            <a:r>
              <a:rPr lang="en-US" altLang="ko-KR" sz="1400" dirty="0">
                <a:solidFill>
                  <a:srgbClr val="00B050"/>
                </a:solidFill>
              </a:rPr>
              <a:t> </a:t>
            </a:r>
            <a:r>
              <a:rPr lang="en-US" altLang="ko-KR" sz="1400" dirty="0" smtClean="0">
                <a:solidFill>
                  <a:srgbClr val="00B050"/>
                </a:solidFill>
              </a:rPr>
              <a:t>PHOTO_2, PHOTO_3, PHOTO_4, PHOTO_5, PHOTO_6, PHOTO_7, PHOTO_8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1306" y="4182627"/>
            <a:ext cx="91884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/>
              <a:t>UART6</a:t>
            </a:r>
          </a:p>
          <a:p>
            <a:r>
              <a:rPr lang="en-US" altLang="ko-KR" sz="1400" dirty="0" smtClean="0"/>
              <a:t>PC6, PC7</a:t>
            </a:r>
          </a:p>
          <a:p>
            <a:r>
              <a:rPr lang="en-US" altLang="ko-KR" sz="1400" dirty="0" err="1" smtClean="0"/>
              <a:t>Tx,rx,gnd</a:t>
            </a:r>
            <a:endParaRPr lang="en-US" altLang="ko-KR" sz="14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13440" y="4202505"/>
            <a:ext cx="899477" cy="73866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/>
              <a:t>UART7</a:t>
            </a:r>
          </a:p>
          <a:p>
            <a:r>
              <a:rPr lang="en-US" altLang="ko-KR" sz="1400" dirty="0" smtClean="0"/>
              <a:t>PF6, PF7</a:t>
            </a:r>
          </a:p>
          <a:p>
            <a:r>
              <a:rPr lang="en-US" altLang="ko-KR" sz="1400" dirty="0" err="1" smtClean="0"/>
              <a:t>Tx,rx,gnd</a:t>
            </a:r>
            <a:endParaRPr lang="en-US" altLang="ko-KR" sz="1400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5222631" y="3174023"/>
            <a:ext cx="633046" cy="7825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855260" y="3174022"/>
            <a:ext cx="633046" cy="7825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7" idx="2"/>
          </p:cNvCxnSpPr>
          <p:nvPr/>
        </p:nvCxnSpPr>
        <p:spPr>
          <a:xfrm>
            <a:off x="5539154" y="3956538"/>
            <a:ext cx="0" cy="22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6215495" y="3815862"/>
            <a:ext cx="272393" cy="366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77051" y="4249783"/>
            <a:ext cx="2090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Baudrate</a:t>
            </a:r>
            <a:r>
              <a:rPr lang="en-US" altLang="ko-KR" dirty="0" smtClean="0"/>
              <a:t> : 115200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440" y="5055827"/>
            <a:ext cx="3362794" cy="13798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b="9542"/>
          <a:stretch/>
        </p:blipFill>
        <p:spPr>
          <a:xfrm>
            <a:off x="2134370" y="5072259"/>
            <a:ext cx="4037413" cy="1363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251" y="460321"/>
            <a:ext cx="3227477" cy="21569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6" name="직선 화살표 연결선 15"/>
          <p:cNvCxnSpPr/>
          <p:nvPr/>
        </p:nvCxnSpPr>
        <p:spPr>
          <a:xfrm flipV="1">
            <a:off x="7576366" y="1519468"/>
            <a:ext cx="699934" cy="123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396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46579" b="28453"/>
          <a:stretch/>
        </p:blipFill>
        <p:spPr>
          <a:xfrm rot="16200000">
            <a:off x="7493713" y="2259613"/>
            <a:ext cx="5375563" cy="2268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95654" y="404447"/>
            <a:ext cx="5911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ETHERNET : WIZNET W5500(SPI to Ethernet converter)</a:t>
            </a:r>
          </a:p>
          <a:p>
            <a:r>
              <a:rPr lang="en-US" altLang="ko-KR" dirty="0"/>
              <a:t>	 </a:t>
            </a:r>
            <a:r>
              <a:rPr lang="en-US" altLang="ko-KR" dirty="0" smtClean="0"/>
              <a:t>    RB1-125BAG1A(RJ45)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2369" y="10814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5654" y="1481462"/>
            <a:ext cx="6585842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SPI1</a:t>
            </a:r>
          </a:p>
          <a:p>
            <a:r>
              <a:rPr lang="en-US" altLang="ko-KR" dirty="0" smtClean="0"/>
              <a:t>PA4, PA5, PA6, PA7, PC4, PC3_C</a:t>
            </a:r>
          </a:p>
          <a:p>
            <a:r>
              <a:rPr lang="en-US" altLang="ko-KR" dirty="0" smtClean="0">
                <a:solidFill>
                  <a:srgbClr val="FF0000"/>
                </a:solidFill>
              </a:rPr>
              <a:t>WIZ_CS</a:t>
            </a:r>
            <a:r>
              <a:rPr lang="en-US" altLang="ko-KR" dirty="0" smtClean="0">
                <a:solidFill>
                  <a:srgbClr val="00B050"/>
                </a:solidFill>
              </a:rPr>
              <a:t>, SPI1_SCK, SPI1_MISO, SPI1_MOSI, </a:t>
            </a:r>
            <a:r>
              <a:rPr lang="en-US" altLang="ko-KR" dirty="0" smtClean="0">
                <a:solidFill>
                  <a:srgbClr val="FF0000"/>
                </a:solidFill>
              </a:rPr>
              <a:t>WIZ_INT</a:t>
            </a:r>
            <a:r>
              <a:rPr lang="en-US" altLang="ko-KR" dirty="0" smtClean="0">
                <a:solidFill>
                  <a:srgbClr val="00B050"/>
                </a:solidFill>
              </a:rPr>
              <a:t>, </a:t>
            </a:r>
            <a:r>
              <a:rPr lang="en-US" altLang="ko-KR" dirty="0" smtClean="0">
                <a:solidFill>
                  <a:srgbClr val="FF0000"/>
                </a:solidFill>
              </a:rPr>
              <a:t>WIZ_RST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69" y="2678745"/>
            <a:ext cx="3077004" cy="3277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직사각형 6"/>
          <p:cNvSpPr/>
          <p:nvPr/>
        </p:nvSpPr>
        <p:spPr>
          <a:xfrm>
            <a:off x="10380617" y="3091543"/>
            <a:ext cx="1524000" cy="34660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6104709" y="949234"/>
            <a:ext cx="4214948" cy="22119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26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98231" y="4241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hlinkClick r:id="rId2"/>
              </a:rPr>
              <a:t>[STM32 HAL] WIZNET W5100(W5500) + TCP CLIENT : </a:t>
            </a:r>
            <a:r>
              <a:rPr lang="ko-KR" altLang="en-US" dirty="0">
                <a:hlinkClick r:id="rId2"/>
              </a:rPr>
              <a:t>네이버 블로그 </a:t>
            </a:r>
            <a:r>
              <a:rPr lang="en-US" altLang="ko-KR" dirty="0">
                <a:hlinkClick r:id="rId2"/>
              </a:rPr>
              <a:t>(naver.com)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827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91" y="1120103"/>
            <a:ext cx="2353621" cy="21594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8405446" y="3945364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먼지센서</a:t>
            </a:r>
            <a:r>
              <a:rPr lang="ko-KR" altLang="en-US" dirty="0" smtClean="0"/>
              <a:t> 선 좌우 변경</a:t>
            </a:r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13238" y="351692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하드웨어 수정사항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91" y="3842239"/>
            <a:ext cx="2378403" cy="24090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3613638" y="3945364"/>
            <a:ext cx="3336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SDA SCL </a:t>
            </a:r>
            <a:r>
              <a:rPr lang="en-US" altLang="ko-KR" dirty="0" err="1" smtClean="0"/>
              <a:t>Pullup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저항 </a:t>
            </a:r>
            <a:r>
              <a:rPr lang="en-US" altLang="ko-KR" dirty="0" smtClean="0"/>
              <a:t>: 4.7k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6039" y="1272503"/>
            <a:ext cx="3336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SDA SCL </a:t>
            </a:r>
            <a:r>
              <a:rPr lang="en-US" altLang="ko-KR" dirty="0" err="1" smtClean="0"/>
              <a:t>Pullup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저항 </a:t>
            </a:r>
            <a:r>
              <a:rPr lang="en-US" altLang="ko-KR" dirty="0" smtClean="0"/>
              <a:t>: 2.2k </a:t>
            </a:r>
          </a:p>
        </p:txBody>
      </p:sp>
    </p:spTree>
    <p:extLst>
      <p:ext uri="{BB962C8B-B14F-4D97-AF65-F5344CB8AC3E}">
        <p14:creationId xmlns:p14="http://schemas.microsoft.com/office/powerpoint/2010/main" val="2268440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8424</TotalTime>
  <Words>623</Words>
  <Application>Microsoft Office PowerPoint</Application>
  <PresentationFormat>와이드스크린</PresentationFormat>
  <Paragraphs>136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</dc:creator>
  <cp:lastModifiedBy>sanghyun choi</cp:lastModifiedBy>
  <cp:revision>207</cp:revision>
  <dcterms:created xsi:type="dcterms:W3CDTF">2024-05-08T15:33:43Z</dcterms:created>
  <dcterms:modified xsi:type="dcterms:W3CDTF">2025-02-25T05:48:56Z</dcterms:modified>
</cp:coreProperties>
</file>