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03/10/2026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273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03/10/2026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123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03/10/2026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024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03/10/2026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889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03/10/2026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803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03/10/2026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747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03/10/2026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532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03/10/2026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40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03/10/2026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433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03/10/2026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80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03/10/2026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0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F0F27-A157-4B33-ACD3-AE79F5D7F016}" type="datetimeFigureOut">
              <a:rPr lang="ko-KR" altLang="en-US" smtClean="0"/>
              <a:t>03/10/2026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115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0359" y="180002"/>
            <a:ext cx="66309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Control Board</a:t>
            </a:r>
          </a:p>
          <a:p>
            <a:r>
              <a:rPr lang="en-US" altLang="ko-KR" dirty="0" smtClean="0"/>
              <a:t>- STM32H743ZIT6</a:t>
            </a:r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RTOS</a:t>
            </a:r>
          </a:p>
          <a:p>
            <a:r>
              <a:rPr lang="ko-KR" altLang="en-US" dirty="0" smtClean="0"/>
              <a:t> 타이머 </a:t>
            </a:r>
            <a:r>
              <a:rPr lang="en-US" altLang="ko-KR" dirty="0" smtClean="0"/>
              <a:t>: 17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우선순위 </a:t>
            </a:r>
            <a:r>
              <a:rPr lang="en-US" altLang="ko-KR" dirty="0" smtClean="0"/>
              <a:t>0 </a:t>
            </a:r>
          </a:p>
          <a:p>
            <a:r>
              <a:rPr lang="en-US" altLang="ko-KR" dirty="0"/>
              <a:t> </a:t>
            </a:r>
            <a:r>
              <a:rPr lang="en-US" altLang="ko-KR" dirty="0" err="1" smtClean="0"/>
              <a:t>FreeRTOS</a:t>
            </a:r>
            <a:r>
              <a:rPr lang="en-US" altLang="ko-KR" dirty="0" smtClean="0"/>
              <a:t> &gt; Advanced Settings &gt; USE_NEWLIB_REENTRANT </a:t>
            </a:r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7" y="1839840"/>
            <a:ext cx="3904217" cy="44871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4515053" y="1839840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중복 제외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431" y="2354357"/>
            <a:ext cx="6967285" cy="1729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15053" y="4139780"/>
            <a:ext cx="2081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RTOS </a:t>
            </a:r>
            <a:r>
              <a:rPr lang="ko-KR" altLang="en-US" dirty="0" smtClean="0"/>
              <a:t>헤더 추가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19" y="4228602"/>
            <a:ext cx="2144773" cy="24178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15052" y="4487600"/>
            <a:ext cx="2305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Middlewares</a:t>
            </a:r>
            <a:r>
              <a:rPr lang="en-US" altLang="ko-KR" dirty="0" smtClean="0"/>
              <a:t> </a:t>
            </a:r>
            <a:r>
              <a:rPr lang="ko-KR" altLang="en-US" dirty="0" smtClean="0"/>
              <a:t>포함</a:t>
            </a:r>
            <a:endParaRPr lang="ko-KR" altLang="en-US" dirty="0"/>
          </a:p>
        </p:txBody>
      </p:sp>
      <p:cxnSp>
        <p:nvCxnSpPr>
          <p:cNvPr id="12" name="직선 화살표 연결선 11"/>
          <p:cNvCxnSpPr>
            <a:stCxn id="10" idx="3"/>
          </p:cNvCxnSpPr>
          <p:nvPr/>
        </p:nvCxnSpPr>
        <p:spPr>
          <a:xfrm>
            <a:off x="6820427" y="4672266"/>
            <a:ext cx="10303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V="1">
            <a:off x="6636940" y="3405642"/>
            <a:ext cx="1450583" cy="9411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6" idx="1"/>
          </p:cNvCxnSpPr>
          <p:nvPr/>
        </p:nvCxnSpPr>
        <p:spPr>
          <a:xfrm flipH="1">
            <a:off x="1789611" y="2024506"/>
            <a:ext cx="2725442" cy="15024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791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4949" y="470263"/>
            <a:ext cx="4634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Stm32h743zit -&gt; RTOS -&gt; W5500 -&gt; </a:t>
            </a:r>
            <a:r>
              <a:rPr lang="en-US" altLang="ko-KR" dirty="0" err="1" smtClean="0"/>
              <a:t>mqtt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8800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3610" y="403654"/>
            <a:ext cx="11665367" cy="590931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u="sng" dirty="0" smtClean="0">
                <a:solidFill>
                  <a:srgbClr val="FF0000"/>
                </a:solidFill>
              </a:rPr>
              <a:t>huart1</a:t>
            </a:r>
            <a:r>
              <a:rPr lang="en-US" altLang="ko-KR" dirty="0" smtClean="0">
                <a:solidFill>
                  <a:srgbClr val="FF0000"/>
                </a:solidFill>
              </a:rPr>
              <a:t>(485,PA9/PA10, PA11),4800 	: </a:t>
            </a:r>
            <a:r>
              <a:rPr lang="ko-KR" altLang="en-US" dirty="0" smtClean="0">
                <a:solidFill>
                  <a:srgbClr val="FF0000"/>
                </a:solidFill>
              </a:rPr>
              <a:t>외부 </a:t>
            </a:r>
            <a:r>
              <a:rPr lang="ko-KR" altLang="en-US" dirty="0" err="1" smtClean="0">
                <a:solidFill>
                  <a:srgbClr val="FF0000"/>
                </a:solidFill>
              </a:rPr>
              <a:t>온습도</a:t>
            </a:r>
            <a:r>
              <a:rPr lang="ko-KR" altLang="en-US" dirty="0" smtClean="0">
                <a:solidFill>
                  <a:srgbClr val="FF0000"/>
                </a:solidFill>
              </a:rPr>
              <a:t> 센서</a:t>
            </a:r>
            <a:r>
              <a:rPr lang="en-US" altLang="ko-KR" dirty="0" smtClean="0">
                <a:solidFill>
                  <a:srgbClr val="FF0000"/>
                </a:solidFill>
              </a:rPr>
              <a:t>, CWT-TH03S-H(Modbus)</a:t>
            </a:r>
          </a:p>
          <a:p>
            <a:r>
              <a:rPr lang="en-US" altLang="ko-KR" u="sng" dirty="0" smtClean="0"/>
              <a:t>huart2</a:t>
            </a:r>
            <a:r>
              <a:rPr lang="en-US" altLang="ko-KR" dirty="0" smtClean="0"/>
              <a:t>(485,PA2/PA3, PC1),9600	: </a:t>
            </a:r>
            <a:r>
              <a:rPr lang="ko-KR" altLang="en-US" dirty="0" smtClean="0"/>
              <a:t>제어대상 없음</a:t>
            </a:r>
            <a:endParaRPr lang="en-US" altLang="ko-KR" dirty="0"/>
          </a:p>
          <a:p>
            <a:r>
              <a:rPr lang="en-US" altLang="ko-KR" u="sng" dirty="0" smtClean="0">
                <a:solidFill>
                  <a:srgbClr val="FF0000"/>
                </a:solidFill>
              </a:rPr>
              <a:t>huart3</a:t>
            </a:r>
            <a:r>
              <a:rPr lang="en-US" altLang="ko-KR" dirty="0" smtClean="0">
                <a:solidFill>
                  <a:srgbClr val="FF0000"/>
                </a:solidFill>
              </a:rPr>
              <a:t>(485,PB10/PB11,PB15),9600 	: HIMPEL, </a:t>
            </a:r>
            <a:r>
              <a:rPr lang="ko-KR" altLang="en-US" dirty="0" smtClean="0">
                <a:solidFill>
                  <a:srgbClr val="FF0000"/>
                </a:solidFill>
              </a:rPr>
              <a:t>공기 청정기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u="sng" dirty="0" smtClean="0">
                <a:solidFill>
                  <a:srgbClr val="FF0000"/>
                </a:solidFill>
              </a:rPr>
              <a:t>huart4</a:t>
            </a:r>
            <a:r>
              <a:rPr lang="en-US" altLang="ko-KR" dirty="0" smtClean="0">
                <a:solidFill>
                  <a:srgbClr val="FF0000"/>
                </a:solidFill>
              </a:rPr>
              <a:t>(485,PA0/PA1,PC0),9600 	: LG </a:t>
            </a:r>
            <a:r>
              <a:rPr lang="ko-KR" altLang="en-US" dirty="0" smtClean="0">
                <a:solidFill>
                  <a:srgbClr val="FF0000"/>
                </a:solidFill>
              </a:rPr>
              <a:t>에어컨 제어</a:t>
            </a:r>
            <a:r>
              <a:rPr lang="en-US" altLang="ko-KR" dirty="0" smtClean="0">
                <a:solidFill>
                  <a:srgbClr val="FF0000"/>
                </a:solidFill>
              </a:rPr>
              <a:t>(Modbus)</a:t>
            </a:r>
          </a:p>
          <a:p>
            <a:r>
              <a:rPr lang="en-US" altLang="ko-KR" u="sng" dirty="0" smtClean="0">
                <a:solidFill>
                  <a:srgbClr val="FF0000"/>
                </a:solidFill>
              </a:rPr>
              <a:t>huart5</a:t>
            </a:r>
            <a:r>
              <a:rPr lang="en-US" altLang="ko-KR" dirty="0" smtClean="0">
                <a:solidFill>
                  <a:srgbClr val="FF0000"/>
                </a:solidFill>
              </a:rPr>
              <a:t>(485,PB12/PB13,PB14),9600 	: </a:t>
            </a:r>
            <a:r>
              <a:rPr lang="ko-KR" altLang="en-US" dirty="0" smtClean="0">
                <a:solidFill>
                  <a:srgbClr val="FF0000"/>
                </a:solidFill>
              </a:rPr>
              <a:t>전원 제어 보드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r>
              <a:rPr lang="en-US" altLang="ko-KR" dirty="0" smtClean="0"/>
              <a:t>Huart6 : </a:t>
            </a:r>
            <a:r>
              <a:rPr lang="ko-KR" altLang="en-US" dirty="0" smtClean="0"/>
              <a:t>제어 대상 없음</a:t>
            </a:r>
            <a:endParaRPr lang="en-US" altLang="ko-KR" dirty="0" smtClean="0"/>
          </a:p>
          <a:p>
            <a:r>
              <a:rPr lang="en-US" altLang="ko-KR" dirty="0" smtClean="0">
                <a:solidFill>
                  <a:srgbClr val="FF0000"/>
                </a:solidFill>
              </a:rPr>
              <a:t>Huart7(PF6,PF7) : </a:t>
            </a:r>
            <a:r>
              <a:rPr lang="ko-KR" altLang="en-US" dirty="0" smtClean="0">
                <a:solidFill>
                  <a:srgbClr val="FF0000"/>
                </a:solidFill>
              </a:rPr>
              <a:t>디버그로 사용</a:t>
            </a:r>
            <a:r>
              <a:rPr lang="en-US" altLang="ko-KR" dirty="0" smtClean="0">
                <a:solidFill>
                  <a:srgbClr val="FF0000"/>
                </a:solidFill>
              </a:rPr>
              <a:t>(115200)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endParaRPr lang="en-US" altLang="ko-KR" dirty="0" smtClean="0"/>
          </a:p>
          <a:p>
            <a:r>
              <a:rPr lang="en-US" altLang="ko-KR" dirty="0" smtClean="0">
                <a:solidFill>
                  <a:srgbClr val="FF0000"/>
                </a:solidFill>
              </a:rPr>
              <a:t>UART8 : </a:t>
            </a:r>
            <a:r>
              <a:rPr lang="ko-KR" altLang="en-US" dirty="0" smtClean="0">
                <a:solidFill>
                  <a:srgbClr val="FF0000"/>
                </a:solidFill>
              </a:rPr>
              <a:t>먼지 센서</a:t>
            </a:r>
            <a:r>
              <a:rPr lang="en-US" altLang="ko-KR" dirty="0" smtClean="0">
                <a:solidFill>
                  <a:srgbClr val="FF0000"/>
                </a:solidFill>
              </a:rPr>
              <a:t>, UPD-M010UB(9600)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>
                <a:solidFill>
                  <a:srgbClr val="FF0000"/>
                </a:solidFill>
              </a:rPr>
              <a:t>Hi2c1(PB7,PB6) : 	</a:t>
            </a:r>
            <a:r>
              <a:rPr lang="ko-KR" altLang="en-US" dirty="0" smtClean="0">
                <a:solidFill>
                  <a:srgbClr val="FF0000"/>
                </a:solidFill>
              </a:rPr>
              <a:t>제어 대상 없음</a:t>
            </a:r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우선 열어만 놓음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endParaRPr lang="en-US" altLang="ko-KR" dirty="0" smtClean="0"/>
          </a:p>
          <a:p>
            <a:r>
              <a:rPr lang="en-US" altLang="ko-KR" dirty="0" smtClean="0">
                <a:solidFill>
                  <a:srgbClr val="FF0000"/>
                </a:solidFill>
              </a:rPr>
              <a:t>Hi2c2(PF0,PF1) : </a:t>
            </a:r>
            <a:r>
              <a:rPr lang="ko-KR" altLang="en-US" dirty="0" smtClean="0">
                <a:solidFill>
                  <a:srgbClr val="FF0000"/>
                </a:solidFill>
              </a:rPr>
              <a:t>내부 온</a:t>
            </a:r>
            <a:r>
              <a:rPr lang="en-US" altLang="ko-KR" dirty="0" smtClean="0">
                <a:solidFill>
                  <a:srgbClr val="FF0000"/>
                </a:solidFill>
              </a:rPr>
              <a:t>/</a:t>
            </a:r>
            <a:r>
              <a:rPr lang="ko-KR" altLang="en-US" dirty="0" smtClean="0">
                <a:solidFill>
                  <a:srgbClr val="FF0000"/>
                </a:solidFill>
              </a:rPr>
              <a:t>습도 센서</a:t>
            </a:r>
            <a:r>
              <a:rPr lang="en-US" altLang="ko-KR" dirty="0" smtClean="0">
                <a:solidFill>
                  <a:srgbClr val="FF0000"/>
                </a:solidFill>
              </a:rPr>
              <a:t>, HCSD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dirty="0" smtClean="0">
                <a:solidFill>
                  <a:srgbClr val="FF0000"/>
                </a:solidFill>
              </a:rPr>
              <a:t>Hi2c3(PA8,PC9) : DS3231M(RTC)</a:t>
            </a:r>
            <a:endParaRPr lang="en-US" altLang="ko-KR" dirty="0" smtClean="0"/>
          </a:p>
          <a:p>
            <a:r>
              <a:rPr lang="en-US" altLang="ko-KR" dirty="0" smtClean="0"/>
              <a:t>hi2c4 : </a:t>
            </a:r>
            <a:r>
              <a:rPr lang="ko-KR" altLang="en-US" dirty="0" smtClean="0"/>
              <a:t>사진상 아래쪽</a:t>
            </a:r>
            <a:r>
              <a:rPr lang="en-US" altLang="ko-KR" dirty="0" smtClean="0"/>
              <a:t>,  </a:t>
            </a:r>
            <a:r>
              <a:rPr lang="ko-KR" altLang="en-US" dirty="0" smtClean="0"/>
              <a:t>제어대상 없음</a:t>
            </a:r>
            <a:endParaRPr lang="en-US" altLang="ko-KR" dirty="0" smtClean="0"/>
          </a:p>
          <a:p>
            <a:r>
              <a:rPr lang="en-US" altLang="ko-KR" dirty="0" smtClean="0"/>
              <a:t>Hspi6(PG14,PG13,GP12,GP11) : EEPROM, AT25LC256</a:t>
            </a:r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h</a:t>
            </a:r>
            <a:r>
              <a:rPr lang="en-US" altLang="ko-KR" dirty="0" smtClean="0">
                <a:solidFill>
                  <a:srgbClr val="FF0000"/>
                </a:solidFill>
              </a:rPr>
              <a:t>tim1 :  </a:t>
            </a:r>
            <a:r>
              <a:rPr lang="en-US" altLang="ko-KR" dirty="0" err="1" smtClean="0">
                <a:solidFill>
                  <a:srgbClr val="FF0000"/>
                </a:solidFill>
              </a:rPr>
              <a:t>pwm</a:t>
            </a:r>
            <a:r>
              <a:rPr lang="en-US" altLang="ko-KR" dirty="0" smtClean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출력 </a:t>
            </a:r>
            <a:r>
              <a:rPr lang="en-US" altLang="ko-KR" dirty="0" smtClean="0">
                <a:solidFill>
                  <a:srgbClr val="FF0000"/>
                </a:solidFill>
              </a:rPr>
              <a:t>tim1_ch2(PE11), </a:t>
            </a:r>
            <a:r>
              <a:rPr lang="ko-KR" altLang="en-US" dirty="0" err="1" smtClean="0">
                <a:solidFill>
                  <a:srgbClr val="FF0000"/>
                </a:solidFill>
              </a:rPr>
              <a:t>회전수</a:t>
            </a:r>
            <a:r>
              <a:rPr lang="ko-KR" altLang="en-US" dirty="0" smtClean="0">
                <a:solidFill>
                  <a:srgbClr val="FF0000"/>
                </a:solidFill>
              </a:rPr>
              <a:t> 입력 </a:t>
            </a:r>
            <a:r>
              <a:rPr lang="en-US" altLang="ko-KR" dirty="0" smtClean="0">
                <a:solidFill>
                  <a:srgbClr val="FF0000"/>
                </a:solidFill>
              </a:rPr>
              <a:t>tim1_ch3(PE13) ,  </a:t>
            </a:r>
            <a:r>
              <a:rPr lang="ko-KR" altLang="en-US" dirty="0" smtClean="0">
                <a:solidFill>
                  <a:srgbClr val="FF0000"/>
                </a:solidFill>
              </a:rPr>
              <a:t>쿨러 </a:t>
            </a:r>
            <a:r>
              <a:rPr lang="en-US" altLang="ko-KR" dirty="0" smtClean="0">
                <a:solidFill>
                  <a:srgbClr val="FF0000"/>
                </a:solidFill>
              </a:rPr>
              <a:t>ARCTIC 12V PWM </a:t>
            </a:r>
            <a:r>
              <a:rPr lang="ko-KR" altLang="en-US" dirty="0" smtClean="0">
                <a:solidFill>
                  <a:srgbClr val="FF0000"/>
                </a:solidFill>
              </a:rPr>
              <a:t>제어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smtClean="0"/>
              <a:t>CLOSE RELAY(5EA) : </a:t>
            </a:r>
            <a:r>
              <a:rPr lang="ko-KR" altLang="en-US" dirty="0" err="1"/>
              <a:t>자동문제어</a:t>
            </a:r>
            <a:r>
              <a:rPr lang="ko-KR" altLang="en-US" dirty="0"/>
              <a:t> </a:t>
            </a:r>
            <a:r>
              <a:rPr lang="ko-KR" altLang="en-US" dirty="0" smtClean="0"/>
              <a:t>입</a:t>
            </a:r>
            <a:r>
              <a:rPr lang="en-US" altLang="ko-KR" dirty="0" smtClean="0"/>
              <a:t>/</a:t>
            </a:r>
            <a:r>
              <a:rPr lang="ko-KR" altLang="en-US" dirty="0" smtClean="0"/>
              <a:t>출구 두개 </a:t>
            </a:r>
            <a:r>
              <a:rPr lang="ko-KR" altLang="en-US" dirty="0"/>
              <a:t>사용 중 </a:t>
            </a:r>
            <a:endParaRPr lang="en-US" altLang="ko-KR" dirty="0" smtClean="0"/>
          </a:p>
          <a:p>
            <a:r>
              <a:rPr lang="en-US" altLang="ko-KR" dirty="0" smtClean="0"/>
              <a:t>OPEN RELAY(10EA) :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6603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054" y="325315"/>
            <a:ext cx="5152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MQTT home </a:t>
            </a:r>
            <a:r>
              <a:rPr lang="ko-KR" altLang="en-US" dirty="0" smtClean="0"/>
              <a:t>테스트</a:t>
            </a:r>
            <a:r>
              <a:rPr lang="en-US" altLang="ko-KR" dirty="0" smtClean="0"/>
              <a:t>(192.168.0.103 ,,, </a:t>
            </a:r>
            <a:r>
              <a:rPr lang="ko-KR" altLang="en-US" dirty="0" smtClean="0"/>
              <a:t>내 컴퓨터</a:t>
            </a:r>
            <a:r>
              <a:rPr lang="en-US" altLang="ko-KR" dirty="0" smtClean="0"/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2562" y="1037492"/>
            <a:ext cx="62640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Broker </a:t>
            </a:r>
            <a:r>
              <a:rPr lang="ko-KR" altLang="en-US" dirty="0" smtClean="0"/>
              <a:t>실행</a:t>
            </a:r>
            <a:endParaRPr lang="en-US" altLang="ko-KR" dirty="0" smtClean="0"/>
          </a:p>
          <a:p>
            <a:r>
              <a:rPr lang="en-US" altLang="ko-KR" dirty="0" smtClean="0"/>
              <a:t>C:\Program Files\</a:t>
            </a:r>
            <a:r>
              <a:rPr lang="en-US" altLang="ko-KR" dirty="0" err="1" smtClean="0">
                <a:solidFill>
                  <a:srgbClr val="FF0000"/>
                </a:solidFill>
              </a:rPr>
              <a:t>mosquitto</a:t>
            </a:r>
            <a:r>
              <a:rPr lang="en-US" altLang="ko-KR" dirty="0" smtClean="0">
                <a:solidFill>
                  <a:srgbClr val="FF0000"/>
                </a:solidFill>
              </a:rPr>
              <a:t>&gt;</a:t>
            </a:r>
            <a:r>
              <a:rPr lang="en-US" altLang="ko-KR" dirty="0" err="1" smtClean="0">
                <a:solidFill>
                  <a:srgbClr val="FF0000"/>
                </a:solidFill>
              </a:rPr>
              <a:t>mosquitto</a:t>
            </a:r>
            <a:r>
              <a:rPr lang="en-US" altLang="ko-KR" dirty="0" smtClean="0">
                <a:solidFill>
                  <a:srgbClr val="FF0000"/>
                </a:solidFill>
              </a:rPr>
              <a:t> -v -c </a:t>
            </a:r>
            <a:r>
              <a:rPr lang="en-US" altLang="ko-KR" dirty="0" err="1" smtClean="0">
                <a:solidFill>
                  <a:srgbClr val="FF0000"/>
                </a:solidFill>
              </a:rPr>
              <a:t>broker.conf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0713" y="3016412"/>
            <a:ext cx="97124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publish </a:t>
            </a:r>
          </a:p>
          <a:p>
            <a:r>
              <a:rPr lang="en-US" altLang="ko-KR" sz="1500" dirty="0" smtClean="0"/>
              <a:t>C:\Program Files\</a:t>
            </a:r>
            <a:r>
              <a:rPr lang="en-US" altLang="ko-KR" sz="1500" dirty="0" err="1" smtClean="0"/>
              <a:t>mosquitto</a:t>
            </a:r>
            <a:r>
              <a:rPr lang="en-US" altLang="ko-KR" sz="1500" dirty="0" smtClean="0"/>
              <a:t>&gt;</a:t>
            </a:r>
            <a:r>
              <a:rPr lang="en-US" altLang="ko-KR" sz="1500" dirty="0" err="1" smtClean="0">
                <a:solidFill>
                  <a:srgbClr val="FF0000"/>
                </a:solidFill>
              </a:rPr>
              <a:t>mosquitto_pub</a:t>
            </a:r>
            <a:r>
              <a:rPr lang="en-US" altLang="ko-KR" sz="1500" dirty="0" smtClean="0">
                <a:solidFill>
                  <a:srgbClr val="FF0000"/>
                </a:solidFill>
              </a:rPr>
              <a:t> -h 192.168.0.103 -t dev/0008DC786365/</a:t>
            </a:r>
            <a:r>
              <a:rPr lang="en-US" altLang="ko-KR" sz="1500" dirty="0" err="1" smtClean="0">
                <a:solidFill>
                  <a:srgbClr val="FF0000"/>
                </a:solidFill>
              </a:rPr>
              <a:t>cmnd</a:t>
            </a:r>
            <a:r>
              <a:rPr lang="en-US" altLang="ko-KR" sz="1500" dirty="0" smtClean="0">
                <a:solidFill>
                  <a:srgbClr val="FF0000"/>
                </a:solidFill>
              </a:rPr>
              <a:t>/power -m "ON"</a:t>
            </a:r>
          </a:p>
          <a:p>
            <a:r>
              <a:rPr lang="en-US" altLang="ko-KR" sz="1500" dirty="0" smtClean="0"/>
              <a:t>C:\Program Files\</a:t>
            </a:r>
            <a:r>
              <a:rPr lang="en-US" altLang="ko-KR" sz="1500" dirty="0" err="1" smtClean="0"/>
              <a:t>mosquitto</a:t>
            </a:r>
            <a:r>
              <a:rPr lang="en-US" altLang="ko-KR" sz="1500" dirty="0" smtClean="0"/>
              <a:t>&gt;</a:t>
            </a:r>
            <a:r>
              <a:rPr lang="en-US" altLang="ko-KR" sz="1500" dirty="0" err="1" smtClean="0">
                <a:solidFill>
                  <a:srgbClr val="FF0000"/>
                </a:solidFill>
              </a:rPr>
              <a:t>mosquitto_pub</a:t>
            </a:r>
            <a:r>
              <a:rPr lang="en-US" altLang="ko-KR" sz="1500" dirty="0" smtClean="0">
                <a:solidFill>
                  <a:srgbClr val="FF0000"/>
                </a:solidFill>
              </a:rPr>
              <a:t> -h 192.168.0.103 -t dev/0008DC786365/</a:t>
            </a:r>
            <a:r>
              <a:rPr lang="en-US" altLang="ko-KR" sz="1500" dirty="0" err="1" smtClean="0">
                <a:solidFill>
                  <a:srgbClr val="FF0000"/>
                </a:solidFill>
              </a:rPr>
              <a:t>cmnd</a:t>
            </a:r>
            <a:r>
              <a:rPr lang="en-US" altLang="ko-KR" sz="1500" dirty="0" smtClean="0">
                <a:solidFill>
                  <a:srgbClr val="FF0000"/>
                </a:solidFill>
              </a:rPr>
              <a:t>/power -m "OFF"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2473" y="5069342"/>
            <a:ext cx="955691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subscribe </a:t>
            </a:r>
          </a:p>
          <a:p>
            <a:r>
              <a:rPr lang="en-US" altLang="ko-KR" sz="1500" dirty="0" smtClean="0"/>
              <a:t>C:\Program Files\</a:t>
            </a:r>
            <a:r>
              <a:rPr lang="en-US" altLang="ko-KR" sz="1500" dirty="0" err="1" smtClean="0"/>
              <a:t>mosquitto</a:t>
            </a:r>
            <a:r>
              <a:rPr lang="en-US" altLang="ko-KR" sz="1500" dirty="0" smtClean="0"/>
              <a:t>&gt;</a:t>
            </a:r>
            <a:r>
              <a:rPr lang="en-US" altLang="ko-KR" sz="1500" dirty="0" err="1" smtClean="0">
                <a:solidFill>
                  <a:srgbClr val="FF0000"/>
                </a:solidFill>
              </a:rPr>
              <a:t>mosquitto_sub</a:t>
            </a:r>
            <a:r>
              <a:rPr lang="en-US" altLang="ko-KR" sz="1500" dirty="0" smtClean="0">
                <a:solidFill>
                  <a:srgbClr val="FF0000"/>
                </a:solidFill>
              </a:rPr>
              <a:t> -h 192.168.0.103 -p 1883 -t dev/0008DC786365/</a:t>
            </a:r>
            <a:r>
              <a:rPr lang="en-US" altLang="ko-KR" sz="1500" dirty="0" err="1" smtClean="0">
                <a:solidFill>
                  <a:srgbClr val="FF0000"/>
                </a:solidFill>
              </a:rPr>
              <a:t>cmnd</a:t>
            </a:r>
            <a:r>
              <a:rPr lang="en-US" altLang="ko-KR" sz="1500" dirty="0" smtClean="0">
                <a:solidFill>
                  <a:srgbClr val="FF0000"/>
                </a:solidFill>
              </a:rPr>
              <a:t>/power</a:t>
            </a:r>
            <a:endParaRPr lang="ko-KR" altLang="en-US" sz="1500" dirty="0">
              <a:solidFill>
                <a:srgbClr val="FF0000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73" y="5814577"/>
            <a:ext cx="8249801" cy="69542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73" y="1847978"/>
            <a:ext cx="5620534" cy="117173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806" y="722361"/>
            <a:ext cx="3953427" cy="14289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472" y="3884113"/>
            <a:ext cx="9461743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6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1274" y="263781"/>
            <a:ext cx="102396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장치 상태 구독</a:t>
            </a:r>
            <a:endParaRPr lang="en-US" altLang="ko-KR" dirty="0" smtClean="0"/>
          </a:p>
          <a:p>
            <a:r>
              <a:rPr lang="en-US" altLang="ko-KR" dirty="0" err="1" smtClean="0">
                <a:solidFill>
                  <a:srgbClr val="FF0000"/>
                </a:solidFill>
              </a:rPr>
              <a:t>mosquitto_sub</a:t>
            </a:r>
            <a:r>
              <a:rPr lang="en-US" altLang="ko-KR" dirty="0" smtClean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-h 192.168.0.103 -p 1883 -t </a:t>
            </a:r>
            <a:r>
              <a:rPr lang="en-US" altLang="ko-KR" dirty="0" smtClean="0">
                <a:solidFill>
                  <a:srgbClr val="FF0000"/>
                </a:solidFill>
              </a:rPr>
              <a:t>dev/0008DC786365/tele/state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 smtClean="0"/>
              <a:t>1. </a:t>
            </a:r>
            <a:r>
              <a:rPr lang="ko-KR" altLang="en-US" dirty="0" err="1" smtClean="0"/>
              <a:t>랜선이</a:t>
            </a:r>
            <a:r>
              <a:rPr lang="ko-KR" altLang="en-US" dirty="0" smtClean="0"/>
              <a:t> 뽑혔을 경우 </a:t>
            </a:r>
            <a:r>
              <a:rPr lang="en-US" altLang="ko-KR" dirty="0" smtClean="0"/>
              <a:t>1</a:t>
            </a:r>
            <a:r>
              <a:rPr lang="ko-KR" altLang="en-US" dirty="0" smtClean="0"/>
              <a:t>분 뒤에 </a:t>
            </a:r>
            <a:r>
              <a:rPr lang="en-US" altLang="ko-KR" dirty="0" smtClean="0"/>
              <a:t>offline </a:t>
            </a:r>
            <a:r>
              <a:rPr lang="ko-KR" altLang="en-US" dirty="0" smtClean="0"/>
              <a:t>신호를 전송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다시 </a:t>
            </a:r>
            <a:r>
              <a:rPr lang="ko-KR" altLang="en-US" dirty="0" err="1" smtClean="0"/>
              <a:t>랜선이</a:t>
            </a:r>
            <a:r>
              <a:rPr lang="ko-KR" altLang="en-US" dirty="0" smtClean="0"/>
              <a:t> 연결이 되었을 경우 </a:t>
            </a:r>
            <a:r>
              <a:rPr lang="en-US" altLang="ko-KR" dirty="0" smtClean="0"/>
              <a:t>online </a:t>
            </a:r>
            <a:r>
              <a:rPr lang="ko-KR" altLang="en-US" dirty="0" smtClean="0"/>
              <a:t>신호를 전송 </a:t>
            </a:r>
            <a:endParaRPr lang="en-US" altLang="ko-KR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51" y="2296624"/>
            <a:ext cx="10106278" cy="113855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54596" y="4073781"/>
            <a:ext cx="102396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mtClean="0">
                <a:solidFill>
                  <a:srgbClr val="FF0000"/>
                </a:solidFill>
              </a:rPr>
              <a:t># </a:t>
            </a:r>
            <a:r>
              <a:rPr lang="en-US" altLang="ko-KR" dirty="0" smtClean="0">
                <a:solidFill>
                  <a:srgbClr val="FF0000"/>
                </a:solidFill>
              </a:rPr>
              <a:t>dev/0008DC112233/ </a:t>
            </a:r>
            <a:r>
              <a:rPr lang="ko-KR" altLang="en-US" dirty="0" smtClean="0">
                <a:solidFill>
                  <a:srgbClr val="FF0000"/>
                </a:solidFill>
              </a:rPr>
              <a:t>하위의 모든 </a:t>
            </a:r>
            <a:r>
              <a:rPr lang="en-US" altLang="ko-KR" dirty="0" smtClean="0">
                <a:solidFill>
                  <a:srgbClr val="FF0000"/>
                </a:solidFill>
              </a:rPr>
              <a:t>tele </a:t>
            </a:r>
            <a:r>
              <a:rPr lang="ko-KR" altLang="en-US" dirty="0" smtClean="0">
                <a:solidFill>
                  <a:srgbClr val="FF0000"/>
                </a:solidFill>
              </a:rPr>
              <a:t>데이터를 구독</a:t>
            </a:r>
          </a:p>
          <a:p>
            <a:r>
              <a:rPr lang="en-US" altLang="ko-KR" dirty="0" err="1" smtClean="0">
                <a:solidFill>
                  <a:srgbClr val="FF0000"/>
                </a:solidFill>
              </a:rPr>
              <a:t>mosquitto_sub</a:t>
            </a:r>
            <a:r>
              <a:rPr lang="en-US" altLang="ko-KR" dirty="0" smtClean="0">
                <a:solidFill>
                  <a:srgbClr val="FF0000"/>
                </a:solidFill>
              </a:rPr>
              <a:t> -h 192.168.0.103 -p 1883 -t "dev/0008DC786365/tele/#" -v</a:t>
            </a:r>
          </a:p>
        </p:txBody>
      </p:sp>
    </p:spTree>
    <p:extLst>
      <p:ext uri="{BB962C8B-B14F-4D97-AF65-F5344CB8AC3E}">
        <p14:creationId xmlns:p14="http://schemas.microsoft.com/office/powerpoint/2010/main" val="2225631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18308" y="414721"/>
            <a:ext cx="925721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# 특정 기기의 모든 데이터(</a:t>
            </a:r>
            <a:r>
              <a:rPr lang="ko-KR" altLang="en-US" dirty="0" err="1" smtClean="0"/>
              <a:t>tele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stat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cmnd</a:t>
            </a:r>
            <a:r>
              <a:rPr lang="ko-KR" altLang="en-US" dirty="0" smtClean="0"/>
              <a:t>) 실시간 확인</a:t>
            </a:r>
          </a:p>
          <a:p>
            <a:r>
              <a:rPr lang="ko-KR" altLang="en-US" dirty="0" err="1" smtClean="0"/>
              <a:t>mosquitto_sub</a:t>
            </a:r>
            <a:r>
              <a:rPr lang="ko-KR" altLang="en-US" dirty="0" smtClean="0"/>
              <a:t> -</a:t>
            </a:r>
            <a:r>
              <a:rPr lang="ko-KR" altLang="en-US" dirty="0" err="1" smtClean="0"/>
              <a:t>h</a:t>
            </a:r>
            <a:r>
              <a:rPr lang="ko-KR" altLang="en-US" dirty="0" smtClean="0"/>
              <a:t> 192.168.0.103 -</a:t>
            </a:r>
            <a:r>
              <a:rPr lang="ko-KR" altLang="en-US" dirty="0" err="1" smtClean="0"/>
              <a:t>p</a:t>
            </a:r>
            <a:r>
              <a:rPr lang="ko-KR" altLang="en-US" dirty="0" smtClean="0"/>
              <a:t> 1883 -</a:t>
            </a:r>
            <a:r>
              <a:rPr lang="ko-KR" altLang="en-US" dirty="0" err="1" smtClean="0"/>
              <a:t>t</a:t>
            </a:r>
            <a:r>
              <a:rPr lang="ko-KR" altLang="en-US" dirty="0" smtClean="0"/>
              <a:t> "</a:t>
            </a:r>
            <a:r>
              <a:rPr lang="ko-KR" altLang="en-US" dirty="0" err="1" smtClean="0"/>
              <a:t>dev</a:t>
            </a:r>
            <a:r>
              <a:rPr lang="ko-KR" altLang="en-US" dirty="0" smtClean="0"/>
              <a:t>/0008DC786365/#" -</a:t>
            </a:r>
            <a:r>
              <a:rPr lang="ko-KR" altLang="en-US" dirty="0" err="1" smtClean="0"/>
              <a:t>v</a:t>
            </a:r>
            <a:endParaRPr lang="ko-KR" altLang="en-US" dirty="0" smtClean="0"/>
          </a:p>
          <a:p>
            <a:endParaRPr lang="ko-KR" altLang="en-US" dirty="0" smtClean="0"/>
          </a:p>
          <a:p>
            <a:r>
              <a:rPr lang="ko-KR" altLang="en-US" dirty="0" smtClean="0"/>
              <a:t># 모든 기기의 센서 데이터(</a:t>
            </a:r>
            <a:r>
              <a:rPr lang="ko-KR" altLang="en-US" dirty="0" err="1" smtClean="0"/>
              <a:t>tele</a:t>
            </a:r>
            <a:r>
              <a:rPr lang="ko-KR" altLang="en-US" dirty="0" smtClean="0"/>
              <a:t>)만 모아보기</a:t>
            </a:r>
          </a:p>
          <a:p>
            <a:r>
              <a:rPr lang="ko-KR" altLang="en-US" dirty="0" err="1" smtClean="0"/>
              <a:t>mosquitto_sub</a:t>
            </a:r>
            <a:r>
              <a:rPr lang="ko-KR" altLang="en-US" dirty="0" smtClean="0"/>
              <a:t> -</a:t>
            </a:r>
            <a:r>
              <a:rPr lang="ko-KR" altLang="en-US" dirty="0" err="1" smtClean="0"/>
              <a:t>h</a:t>
            </a:r>
            <a:r>
              <a:rPr lang="ko-KR" altLang="en-US" dirty="0" smtClean="0"/>
              <a:t> 192.168.0.103 -</a:t>
            </a:r>
            <a:r>
              <a:rPr lang="ko-KR" altLang="en-US" dirty="0" err="1" smtClean="0"/>
              <a:t>p</a:t>
            </a:r>
            <a:r>
              <a:rPr lang="ko-KR" altLang="en-US" dirty="0" smtClean="0"/>
              <a:t> 1883 -</a:t>
            </a:r>
            <a:r>
              <a:rPr lang="ko-KR" altLang="en-US" dirty="0" err="1" smtClean="0"/>
              <a:t>t</a:t>
            </a:r>
            <a:r>
              <a:rPr lang="ko-KR" altLang="en-US" dirty="0" smtClean="0"/>
              <a:t> "</a:t>
            </a:r>
            <a:r>
              <a:rPr lang="ko-KR" altLang="en-US" dirty="0" err="1" smtClean="0"/>
              <a:t>dev</a:t>
            </a:r>
            <a:r>
              <a:rPr lang="ko-KR" altLang="en-US" dirty="0" smtClean="0"/>
              <a:t>/+/</a:t>
            </a:r>
            <a:r>
              <a:rPr lang="ko-KR" altLang="en-US" dirty="0" err="1" smtClean="0"/>
              <a:t>tele</a:t>
            </a:r>
            <a:r>
              <a:rPr lang="ko-KR" altLang="en-US" dirty="0" smtClean="0"/>
              <a:t>/#" -</a:t>
            </a:r>
            <a:r>
              <a:rPr lang="ko-KR" altLang="en-US" dirty="0" err="1" smtClean="0"/>
              <a:t>v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7876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477794" y="385792"/>
            <a:ext cx="11401167" cy="6032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>
                <a:solidFill>
                  <a:srgbClr val="FF0000"/>
                </a:solidFill>
              </a:rPr>
              <a:t>[POWER_BOARD]</a:t>
            </a:r>
            <a:endParaRPr lang="ko-KR" altLang="en-US" sz="1200" dirty="0" smtClean="0">
              <a:solidFill>
                <a:srgbClr val="FF0000"/>
              </a:solidFill>
            </a:endParaRPr>
          </a:p>
          <a:p>
            <a:r>
              <a:rPr lang="en-US" altLang="ko-KR" sz="1000" dirty="0" err="1" smtClean="0"/>
              <a:t>mosquitto_pub</a:t>
            </a:r>
            <a:r>
              <a:rPr lang="en-US" altLang="ko-KR" sz="1000" dirty="0" smtClean="0"/>
              <a:t> -h 192.168.0.103 -t dev/0008DC786365/</a:t>
            </a:r>
            <a:r>
              <a:rPr lang="en-US" altLang="ko-KR" sz="1000" dirty="0" err="1" smtClean="0"/>
              <a:t>cmnd</a:t>
            </a:r>
            <a:r>
              <a:rPr lang="en-US" altLang="ko-KR" sz="1000" dirty="0" smtClean="0"/>
              <a:t>/power -m "{\"</a:t>
            </a:r>
            <a:r>
              <a:rPr lang="en-US" altLang="ko-KR" sz="1000" dirty="0" err="1" smtClean="0"/>
              <a:t>ch</a:t>
            </a:r>
            <a:r>
              <a:rPr lang="en-US" altLang="ko-KR" sz="1000" dirty="0" smtClean="0"/>
              <a:t>\":1,\"</a:t>
            </a:r>
            <a:r>
              <a:rPr lang="en-US" altLang="ko-KR" sz="1000" dirty="0" err="1" smtClean="0"/>
              <a:t>pwr</a:t>
            </a:r>
            <a:r>
              <a:rPr lang="en-US" altLang="ko-KR" sz="1000" dirty="0" smtClean="0"/>
              <a:t>\":\"OFF\"}"</a:t>
            </a:r>
            <a:endParaRPr lang="ko-KR" altLang="en-US" sz="1000" dirty="0" smtClean="0"/>
          </a:p>
          <a:p>
            <a:r>
              <a:rPr lang="ko-KR" altLang="en-US" sz="1000" dirty="0" smtClean="0"/>
              <a:t>2번 채널 켜기 </a:t>
            </a:r>
          </a:p>
          <a:p>
            <a:r>
              <a:rPr lang="ko-KR" altLang="en-US" sz="1000" dirty="0" err="1" smtClean="0"/>
              <a:t>mosquitto_pub</a:t>
            </a:r>
            <a:r>
              <a:rPr lang="ko-KR" altLang="en-US" sz="1000" dirty="0" smtClean="0"/>
              <a:t> -</a:t>
            </a:r>
            <a:r>
              <a:rPr lang="ko-KR" altLang="en-US" sz="1000" dirty="0" err="1" smtClean="0"/>
              <a:t>h</a:t>
            </a:r>
            <a:r>
              <a:rPr lang="ko-KR" altLang="en-US" sz="1000" dirty="0" smtClean="0"/>
              <a:t> 192.168.0.103 -</a:t>
            </a:r>
            <a:r>
              <a:rPr lang="ko-KR" altLang="en-US" sz="1000" dirty="0" err="1" smtClean="0"/>
              <a:t>t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dev</a:t>
            </a:r>
            <a:r>
              <a:rPr lang="ko-KR" altLang="en-US" sz="1000" dirty="0" smtClean="0"/>
              <a:t>/0008DC786365/</a:t>
            </a:r>
            <a:r>
              <a:rPr lang="ko-KR" altLang="en-US" sz="1000" dirty="0" err="1" smtClean="0"/>
              <a:t>cmnd</a:t>
            </a:r>
            <a:r>
              <a:rPr lang="ko-KR" altLang="en-US" sz="1000" dirty="0" smtClean="0"/>
              <a:t>/</a:t>
            </a:r>
            <a:r>
              <a:rPr lang="ko-KR" altLang="en-US" sz="1000" dirty="0" err="1" smtClean="0"/>
              <a:t>power</a:t>
            </a:r>
            <a:r>
              <a:rPr lang="ko-KR" altLang="en-US" sz="1000" dirty="0" smtClean="0"/>
              <a:t> -</a:t>
            </a:r>
            <a:r>
              <a:rPr lang="ko-KR" altLang="en-US" sz="1000" dirty="0" err="1" smtClean="0"/>
              <a:t>m</a:t>
            </a:r>
            <a:r>
              <a:rPr lang="ko-KR" altLang="en-US" sz="1000" dirty="0" smtClean="0"/>
              <a:t> "{\"</a:t>
            </a:r>
            <a:r>
              <a:rPr lang="ko-KR" altLang="en-US" sz="1000" dirty="0" err="1" smtClean="0"/>
              <a:t>ch</a:t>
            </a:r>
            <a:r>
              <a:rPr lang="ko-KR" altLang="en-US" sz="1000" dirty="0" smtClean="0"/>
              <a:t>\":2,\"</a:t>
            </a:r>
            <a:r>
              <a:rPr lang="ko-KR" altLang="en-US" sz="1000" dirty="0" err="1" smtClean="0"/>
              <a:t>pwr</a:t>
            </a:r>
            <a:r>
              <a:rPr lang="ko-KR" altLang="en-US" sz="1000" dirty="0" smtClean="0"/>
              <a:t>\":\"ON\"}"</a:t>
            </a:r>
          </a:p>
          <a:p>
            <a:endParaRPr lang="ko-KR" altLang="en-US" sz="1000" dirty="0" smtClean="0"/>
          </a:p>
          <a:p>
            <a:r>
              <a:rPr lang="ko-KR" altLang="en-US" sz="1000" dirty="0" smtClean="0"/>
              <a:t>모든 채널 끄기 </a:t>
            </a:r>
          </a:p>
          <a:p>
            <a:r>
              <a:rPr lang="ko-KR" altLang="en-US" sz="1000" dirty="0" err="1" smtClean="0"/>
              <a:t>mosquitto_pub</a:t>
            </a:r>
            <a:r>
              <a:rPr lang="ko-KR" altLang="en-US" sz="1000" dirty="0" smtClean="0"/>
              <a:t> -</a:t>
            </a:r>
            <a:r>
              <a:rPr lang="ko-KR" altLang="en-US" sz="1000" dirty="0" err="1" smtClean="0"/>
              <a:t>h</a:t>
            </a:r>
            <a:r>
              <a:rPr lang="ko-KR" altLang="en-US" sz="1000" dirty="0" smtClean="0"/>
              <a:t> 192.168.0.103 -</a:t>
            </a:r>
            <a:r>
              <a:rPr lang="ko-KR" altLang="en-US" sz="1000" dirty="0" err="1" smtClean="0"/>
              <a:t>t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dev</a:t>
            </a:r>
            <a:r>
              <a:rPr lang="ko-KR" altLang="en-US" sz="1000" dirty="0" smtClean="0"/>
              <a:t>/0008DC786365/</a:t>
            </a:r>
            <a:r>
              <a:rPr lang="ko-KR" altLang="en-US" sz="1000" dirty="0" err="1" smtClean="0"/>
              <a:t>cmnd</a:t>
            </a:r>
            <a:r>
              <a:rPr lang="ko-KR" altLang="en-US" sz="1000" dirty="0" smtClean="0"/>
              <a:t>/</a:t>
            </a:r>
            <a:r>
              <a:rPr lang="ko-KR" altLang="en-US" sz="1000" dirty="0" err="1" smtClean="0"/>
              <a:t>power_all</a:t>
            </a:r>
            <a:r>
              <a:rPr lang="ko-KR" altLang="en-US" sz="1000" dirty="0" smtClean="0"/>
              <a:t> -</a:t>
            </a:r>
            <a:r>
              <a:rPr lang="ko-KR" altLang="en-US" sz="1000" dirty="0" err="1" smtClean="0"/>
              <a:t>m</a:t>
            </a:r>
            <a:r>
              <a:rPr lang="ko-KR" altLang="en-US" sz="1000" dirty="0" smtClean="0"/>
              <a:t> "{\"</a:t>
            </a:r>
            <a:r>
              <a:rPr lang="ko-KR" altLang="en-US" sz="1000" dirty="0" err="1" smtClean="0"/>
              <a:t>pwr_all</a:t>
            </a:r>
            <a:r>
              <a:rPr lang="ko-KR" altLang="en-US" sz="1000" dirty="0" smtClean="0"/>
              <a:t>\":\"00000000\"}"</a:t>
            </a:r>
          </a:p>
          <a:p>
            <a:r>
              <a:rPr lang="ko-KR" altLang="en-US" sz="1000" dirty="0" smtClean="0"/>
              <a:t>모든 채널 켜기 </a:t>
            </a:r>
          </a:p>
          <a:p>
            <a:r>
              <a:rPr lang="ko-KR" altLang="en-US" sz="1000" dirty="0" err="1" smtClean="0"/>
              <a:t>mosquitto_pub</a:t>
            </a:r>
            <a:r>
              <a:rPr lang="ko-KR" altLang="en-US" sz="1000" dirty="0" smtClean="0"/>
              <a:t> -</a:t>
            </a:r>
            <a:r>
              <a:rPr lang="ko-KR" altLang="en-US" sz="1000" dirty="0" err="1" smtClean="0"/>
              <a:t>h</a:t>
            </a:r>
            <a:r>
              <a:rPr lang="ko-KR" altLang="en-US" sz="1000" dirty="0" smtClean="0"/>
              <a:t> 192.168.0.103 -</a:t>
            </a:r>
            <a:r>
              <a:rPr lang="ko-KR" altLang="en-US" sz="1000" dirty="0" err="1" smtClean="0"/>
              <a:t>t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dev</a:t>
            </a:r>
            <a:r>
              <a:rPr lang="ko-KR" altLang="en-US" sz="1000" dirty="0" smtClean="0"/>
              <a:t>/0008DC786365/</a:t>
            </a:r>
            <a:r>
              <a:rPr lang="ko-KR" altLang="en-US" sz="1000" dirty="0" err="1" smtClean="0"/>
              <a:t>cmnd</a:t>
            </a:r>
            <a:r>
              <a:rPr lang="ko-KR" altLang="en-US" sz="1000" dirty="0" smtClean="0"/>
              <a:t>/</a:t>
            </a:r>
            <a:r>
              <a:rPr lang="ko-KR" altLang="en-US" sz="1000" dirty="0" err="1" smtClean="0"/>
              <a:t>power_all</a:t>
            </a:r>
            <a:r>
              <a:rPr lang="ko-KR" altLang="en-US" sz="1000" dirty="0" smtClean="0"/>
              <a:t> -</a:t>
            </a:r>
            <a:r>
              <a:rPr lang="ko-KR" altLang="en-US" sz="1000" dirty="0" err="1" smtClean="0"/>
              <a:t>m</a:t>
            </a:r>
            <a:r>
              <a:rPr lang="ko-KR" altLang="en-US" sz="1000" dirty="0" smtClean="0"/>
              <a:t> "{\"</a:t>
            </a:r>
            <a:r>
              <a:rPr lang="ko-KR" altLang="en-US" sz="1000" dirty="0" err="1" smtClean="0"/>
              <a:t>pwr_all</a:t>
            </a:r>
            <a:r>
              <a:rPr lang="ko-KR" altLang="en-US" sz="1000" dirty="0" smtClean="0"/>
              <a:t>\":\"11111111\"}“</a:t>
            </a:r>
            <a:endParaRPr lang="en-US" altLang="ko-KR" sz="1000" dirty="0" smtClean="0"/>
          </a:p>
          <a:p>
            <a:endParaRPr lang="en-US" altLang="ko-KR" sz="1000" dirty="0"/>
          </a:p>
          <a:p>
            <a:r>
              <a:rPr lang="ko-KR" altLang="en-US" sz="1000" dirty="0" smtClean="0"/>
              <a:t>장치 </a:t>
            </a:r>
            <a:r>
              <a:rPr lang="en-US" altLang="ko-KR" sz="1000" dirty="0" smtClean="0"/>
              <a:t>reset </a:t>
            </a:r>
          </a:p>
          <a:p>
            <a:r>
              <a:rPr lang="en-US" altLang="ko-KR" sz="1000" dirty="0" err="1" smtClean="0"/>
              <a:t>mosquitto_pub</a:t>
            </a:r>
            <a:r>
              <a:rPr lang="en-US" altLang="ko-KR" sz="1000" dirty="0" smtClean="0"/>
              <a:t> -h 192.168.0.103 -t "dev/</a:t>
            </a:r>
            <a:r>
              <a:rPr lang="ko-KR" altLang="en-US" sz="1000" dirty="0" smtClean="0"/>
              <a:t>0008DC786365</a:t>
            </a:r>
            <a:r>
              <a:rPr lang="en-US" altLang="ko-KR" sz="1000" dirty="0" smtClean="0"/>
              <a:t>/</a:t>
            </a:r>
            <a:r>
              <a:rPr lang="en-US" altLang="ko-KR" sz="1000" dirty="0" err="1" smtClean="0"/>
              <a:t>cmnd</a:t>
            </a:r>
            <a:r>
              <a:rPr lang="en-US" altLang="ko-KR" sz="1000" dirty="0" smtClean="0"/>
              <a:t>/dev" -m "{\"device\":\"RESET\"}“</a:t>
            </a:r>
          </a:p>
          <a:p>
            <a:endParaRPr lang="en-US" altLang="ko-KR" sz="1200" dirty="0"/>
          </a:p>
          <a:p>
            <a:r>
              <a:rPr lang="en-US" altLang="ko-KR" sz="1200" dirty="0" smtClean="0">
                <a:solidFill>
                  <a:srgbClr val="FF0000"/>
                </a:solidFill>
              </a:rPr>
              <a:t>[HIMPEL]</a:t>
            </a:r>
          </a:p>
          <a:p>
            <a:r>
              <a:rPr lang="en-US" altLang="ko-KR" sz="1000" dirty="0" smtClean="0"/>
              <a:t># </a:t>
            </a:r>
            <a:r>
              <a:rPr lang="ko-KR" altLang="en-US" sz="1000" dirty="0" smtClean="0"/>
              <a:t>전체 상태 한 번에 설정 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전원 </a:t>
            </a:r>
            <a:r>
              <a:rPr lang="en-US" altLang="ko-KR" sz="1000" dirty="0" smtClean="0"/>
              <a:t>ON, </a:t>
            </a:r>
            <a:r>
              <a:rPr lang="ko-KR" altLang="en-US" sz="1000" dirty="0" smtClean="0"/>
              <a:t>환기 모드</a:t>
            </a:r>
            <a:r>
              <a:rPr lang="en-US" altLang="ko-KR" sz="1000" dirty="0" smtClean="0"/>
              <a:t>, </a:t>
            </a:r>
            <a:r>
              <a:rPr lang="ko-KR" altLang="en-US" sz="1000" dirty="0" err="1" smtClean="0"/>
              <a:t>풍량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2</a:t>
            </a:r>
            <a:r>
              <a:rPr lang="ko-KR" altLang="en-US" sz="1000" dirty="0" smtClean="0"/>
              <a:t>단계</a:t>
            </a:r>
            <a:r>
              <a:rPr lang="en-US" altLang="ko-KR" sz="1000" dirty="0" smtClean="0"/>
              <a:t>, UV </a:t>
            </a:r>
            <a:r>
              <a:rPr lang="ko-KR" altLang="en-US" sz="1000" dirty="0" smtClean="0"/>
              <a:t>켜짐</a:t>
            </a:r>
            <a:r>
              <a:rPr lang="en-US" altLang="ko-KR" sz="1000" dirty="0" smtClean="0"/>
              <a:t>)</a:t>
            </a:r>
          </a:p>
          <a:p>
            <a:r>
              <a:rPr lang="en-US" altLang="ko-KR" sz="1000" dirty="0" smtClean="0"/>
              <a:t>[</a:t>
            </a:r>
            <a:r>
              <a:rPr lang="ko-KR" altLang="en-US" sz="1000" dirty="0" smtClean="0"/>
              <a:t>전체 데이터 제어</a:t>
            </a:r>
            <a:r>
              <a:rPr lang="en-US" altLang="ko-KR" sz="1000" dirty="0" smtClean="0"/>
              <a:t>]</a:t>
            </a:r>
          </a:p>
          <a:p>
            <a:r>
              <a:rPr lang="en-US" altLang="ko-KR" sz="1000" dirty="0" err="1" smtClean="0"/>
              <a:t>mosquitto_pub</a:t>
            </a:r>
            <a:r>
              <a:rPr lang="en-US" altLang="ko-KR" sz="1000" dirty="0" smtClean="0"/>
              <a:t> -h 192.168.0.103 -t "dev/0008DC786365/</a:t>
            </a:r>
            <a:r>
              <a:rPr lang="en-US" altLang="ko-KR" sz="1000" dirty="0" err="1" smtClean="0"/>
              <a:t>cmnd</a:t>
            </a:r>
            <a:r>
              <a:rPr lang="en-US" altLang="ko-KR" sz="1000" dirty="0" smtClean="0"/>
              <a:t>/</a:t>
            </a:r>
            <a:r>
              <a:rPr lang="en-US" altLang="ko-KR" sz="1000" dirty="0" err="1" smtClean="0"/>
              <a:t>ap</a:t>
            </a:r>
            <a:r>
              <a:rPr lang="en-US" altLang="ko-KR" sz="1000" dirty="0" smtClean="0"/>
              <a:t>/</a:t>
            </a:r>
            <a:r>
              <a:rPr lang="en-US" altLang="ko-KR" sz="1000" dirty="0" err="1" smtClean="0"/>
              <a:t>set_all</a:t>
            </a:r>
            <a:r>
              <a:rPr lang="en-US" altLang="ko-KR" sz="1000" dirty="0" smtClean="0"/>
              <a:t>" -m "{\"</a:t>
            </a:r>
            <a:r>
              <a:rPr lang="en-US" altLang="ko-KR" sz="1000" dirty="0" err="1" smtClean="0"/>
              <a:t>pwr</a:t>
            </a:r>
            <a:r>
              <a:rPr lang="en-US" altLang="ko-KR" sz="1000" dirty="0" smtClean="0"/>
              <a:t>\":\"ON\",\"mode\":\"VENT\",\"</a:t>
            </a:r>
            <a:r>
              <a:rPr lang="en-US" altLang="ko-KR" sz="1000" dirty="0" err="1" smtClean="0"/>
              <a:t>spd</a:t>
            </a:r>
            <a:r>
              <a:rPr lang="en-US" altLang="ko-KR" sz="1000" dirty="0" smtClean="0"/>
              <a:t>\":2,\"</a:t>
            </a:r>
            <a:r>
              <a:rPr lang="en-US" altLang="ko-KR" sz="1000" dirty="0" err="1" smtClean="0"/>
              <a:t>uv</a:t>
            </a:r>
            <a:r>
              <a:rPr lang="en-US" altLang="ko-KR" sz="1000" dirty="0" smtClean="0"/>
              <a:t>\":1}"</a:t>
            </a:r>
          </a:p>
          <a:p>
            <a:r>
              <a:rPr lang="en-US" altLang="ko-KR" sz="1000" dirty="0" smtClean="0"/>
              <a:t>[</a:t>
            </a:r>
            <a:r>
              <a:rPr lang="ko-KR" altLang="en-US" sz="1000" dirty="0" smtClean="0"/>
              <a:t>전체 데이터 가져오기</a:t>
            </a:r>
            <a:r>
              <a:rPr lang="en-US" altLang="ko-KR" sz="1000" dirty="0" smtClean="0"/>
              <a:t>]</a:t>
            </a:r>
          </a:p>
          <a:p>
            <a:r>
              <a:rPr lang="en-US" altLang="ko-KR" sz="1000" dirty="0" err="1" smtClean="0"/>
              <a:t>mosquitto_pub</a:t>
            </a:r>
            <a:r>
              <a:rPr lang="en-US" altLang="ko-KR" sz="1000" dirty="0" smtClean="0"/>
              <a:t> -h 192.168.0.103 -t "dev/0008DC786365/</a:t>
            </a:r>
            <a:r>
              <a:rPr lang="en-US" altLang="ko-KR" sz="1000" dirty="0" err="1" smtClean="0"/>
              <a:t>cmnd</a:t>
            </a:r>
            <a:r>
              <a:rPr lang="en-US" altLang="ko-KR" sz="1000" dirty="0" smtClean="0"/>
              <a:t>/</a:t>
            </a:r>
            <a:r>
              <a:rPr lang="en-US" altLang="ko-KR" sz="1000" dirty="0" err="1" smtClean="0"/>
              <a:t>ap</a:t>
            </a:r>
            <a:r>
              <a:rPr lang="en-US" altLang="ko-KR" sz="1000" dirty="0" smtClean="0"/>
              <a:t>/</a:t>
            </a:r>
            <a:r>
              <a:rPr lang="en-US" altLang="ko-KR" sz="1000" dirty="0" err="1" smtClean="0"/>
              <a:t>get_all</a:t>
            </a:r>
            <a:r>
              <a:rPr lang="en-US" altLang="ko-KR" sz="1000" dirty="0" smtClean="0"/>
              <a:t>" -m "{\“info\":\“ALL\“}”</a:t>
            </a:r>
          </a:p>
          <a:p>
            <a:r>
              <a:rPr lang="en-US" altLang="ko-KR" sz="1000" dirty="0" smtClean="0"/>
              <a:t> ======================</a:t>
            </a:r>
          </a:p>
          <a:p>
            <a:r>
              <a:rPr lang="en-US" altLang="ko-KR" sz="1000" dirty="0" smtClean="0"/>
              <a:t>[</a:t>
            </a:r>
            <a:r>
              <a:rPr lang="ko-KR" altLang="en-US" sz="1000" dirty="0" smtClean="0"/>
              <a:t>개별 데이터 제어</a:t>
            </a:r>
            <a:r>
              <a:rPr lang="en-US" altLang="ko-KR" sz="1000" dirty="0" smtClean="0"/>
              <a:t>]</a:t>
            </a:r>
          </a:p>
          <a:p>
            <a:r>
              <a:rPr lang="en-US" altLang="ko-KR" sz="1000" dirty="0" smtClean="0"/>
              <a:t># </a:t>
            </a:r>
            <a:r>
              <a:rPr lang="ko-KR" altLang="en-US" sz="1000" dirty="0" smtClean="0"/>
              <a:t>전원 제어 </a:t>
            </a:r>
            <a:r>
              <a:rPr lang="en-US" altLang="ko-KR" sz="1000" dirty="0" smtClean="0"/>
              <a:t>(ON/OFF)</a:t>
            </a:r>
          </a:p>
          <a:p>
            <a:r>
              <a:rPr lang="en-US" altLang="ko-KR" sz="1000" dirty="0" smtClean="0"/>
              <a:t># </a:t>
            </a:r>
            <a:r>
              <a:rPr lang="ko-KR" altLang="en-US" sz="1000" dirty="0" smtClean="0"/>
              <a:t>운전 모드 변경 </a:t>
            </a:r>
            <a:r>
              <a:rPr lang="en-US" altLang="ko-KR" sz="1000" dirty="0" smtClean="0"/>
              <a:t>(AUTO, CLEAN, VENT, BYPASS) </a:t>
            </a:r>
          </a:p>
          <a:p>
            <a:r>
              <a:rPr lang="en-US" altLang="ko-KR" sz="1000" dirty="0" smtClean="0"/>
              <a:t># </a:t>
            </a:r>
            <a:r>
              <a:rPr lang="ko-KR" altLang="en-US" sz="1000" dirty="0" smtClean="0"/>
              <a:t>전원 제어</a:t>
            </a:r>
            <a:endParaRPr lang="en-US" altLang="ko-KR" sz="1000" dirty="0" smtClean="0"/>
          </a:p>
          <a:p>
            <a:r>
              <a:rPr lang="en-US" altLang="ko-KR" sz="1000" dirty="0" err="1" smtClean="0"/>
              <a:t>Mosquitto_pub</a:t>
            </a:r>
            <a:r>
              <a:rPr lang="en-US" altLang="ko-KR" sz="1000" dirty="0" smtClean="0"/>
              <a:t> –h 192.168.0.103 –t “dev/0008DC786365/</a:t>
            </a:r>
            <a:r>
              <a:rPr lang="en-US" altLang="ko-KR" sz="1000" dirty="0" err="1" smtClean="0"/>
              <a:t>cmnd</a:t>
            </a:r>
            <a:r>
              <a:rPr lang="en-US" altLang="ko-KR" sz="1000" dirty="0" smtClean="0"/>
              <a:t>/</a:t>
            </a:r>
            <a:r>
              <a:rPr lang="en-US" altLang="ko-KR" sz="1000" dirty="0" err="1" smtClean="0"/>
              <a:t>ap</a:t>
            </a:r>
            <a:r>
              <a:rPr lang="en-US" altLang="ko-KR" sz="1000" smtClean="0"/>
              <a:t>/power</a:t>
            </a:r>
            <a:r>
              <a:rPr lang="en-US" altLang="ko-KR" sz="1000" dirty="0" smtClean="0"/>
              <a:t>” –m “{\”</a:t>
            </a:r>
            <a:r>
              <a:rPr lang="en-US" altLang="ko-KR" sz="1000" dirty="0" err="1" smtClean="0"/>
              <a:t>pwr</a:t>
            </a:r>
            <a:r>
              <a:rPr lang="en-US" altLang="ko-KR" sz="1000" dirty="0" smtClean="0"/>
              <a:t>\”:\”OFF\”}”</a:t>
            </a:r>
          </a:p>
          <a:p>
            <a:r>
              <a:rPr lang="en-US" altLang="ko-KR" sz="1000" dirty="0" smtClean="0"/>
              <a:t># </a:t>
            </a:r>
          </a:p>
          <a:p>
            <a:r>
              <a:rPr lang="en-US" altLang="ko-KR" sz="1000" dirty="0" err="1" smtClean="0"/>
              <a:t>mosquitto_pub</a:t>
            </a:r>
            <a:r>
              <a:rPr lang="en-US" altLang="ko-KR" sz="1000" dirty="0" smtClean="0"/>
              <a:t> -h 192.168.0.103 -t "dev/0008DC786365/</a:t>
            </a:r>
            <a:r>
              <a:rPr lang="en-US" altLang="ko-KR" sz="1000" dirty="0" err="1" smtClean="0"/>
              <a:t>cmnd</a:t>
            </a:r>
            <a:r>
              <a:rPr lang="en-US" altLang="ko-KR" sz="1000" dirty="0" smtClean="0"/>
              <a:t>/</a:t>
            </a:r>
            <a:r>
              <a:rPr lang="en-US" altLang="ko-KR" sz="1000" dirty="0" err="1" smtClean="0"/>
              <a:t>ap</a:t>
            </a:r>
            <a:r>
              <a:rPr lang="en-US" altLang="ko-KR" sz="1000" dirty="0" smtClean="0"/>
              <a:t>/mode" -m "{\"mode\":\"CLEAN\"}"</a:t>
            </a:r>
          </a:p>
          <a:p>
            <a:r>
              <a:rPr lang="en-US" altLang="ko-KR" sz="1000" dirty="0" smtClean="0"/>
              <a:t># </a:t>
            </a:r>
            <a:r>
              <a:rPr lang="ko-KR" altLang="en-US" sz="1000" dirty="0" err="1" smtClean="0"/>
              <a:t>풍량</a:t>
            </a:r>
            <a:r>
              <a:rPr lang="ko-KR" altLang="en-US" sz="1000" dirty="0" smtClean="0"/>
              <a:t> 단계 조절 </a:t>
            </a:r>
            <a:r>
              <a:rPr lang="en-US" altLang="ko-KR" sz="1000" dirty="0" smtClean="0"/>
              <a:t>(0~4)</a:t>
            </a:r>
          </a:p>
          <a:p>
            <a:r>
              <a:rPr lang="en-US" altLang="ko-KR" sz="1000" dirty="0" err="1" smtClean="0"/>
              <a:t>mosquitto_pub</a:t>
            </a:r>
            <a:r>
              <a:rPr lang="en-US" altLang="ko-KR" sz="1000" dirty="0" smtClean="0"/>
              <a:t> -h 192.168.0.103 -t "dev/0008DC786365/</a:t>
            </a:r>
            <a:r>
              <a:rPr lang="en-US" altLang="ko-KR" sz="1000" dirty="0" err="1" smtClean="0"/>
              <a:t>cmnd</a:t>
            </a:r>
            <a:r>
              <a:rPr lang="en-US" altLang="ko-KR" sz="1000" dirty="0" smtClean="0"/>
              <a:t>/</a:t>
            </a:r>
            <a:r>
              <a:rPr lang="en-US" altLang="ko-KR" sz="1000" dirty="0" err="1" smtClean="0"/>
              <a:t>ap</a:t>
            </a:r>
            <a:r>
              <a:rPr lang="en-US" altLang="ko-KR" sz="1000" dirty="0" smtClean="0"/>
              <a:t>/speed" -m "{\"</a:t>
            </a:r>
            <a:r>
              <a:rPr lang="en-US" altLang="ko-KR" sz="1000" dirty="0" err="1" smtClean="0"/>
              <a:t>spd</a:t>
            </a:r>
            <a:r>
              <a:rPr lang="en-US" altLang="ko-KR" sz="1000" dirty="0" smtClean="0"/>
              <a:t>\":4}"</a:t>
            </a:r>
          </a:p>
          <a:p>
            <a:r>
              <a:rPr lang="en-US" altLang="ko-KR" sz="1000" dirty="0" smtClean="0"/>
              <a:t># UV </a:t>
            </a:r>
            <a:r>
              <a:rPr lang="ko-KR" altLang="en-US" sz="1000" dirty="0" smtClean="0"/>
              <a:t>살균 램프 제어 </a:t>
            </a:r>
            <a:r>
              <a:rPr lang="en-US" altLang="ko-KR" sz="1000" dirty="0" smtClean="0"/>
              <a:t>(1: ON, 0: OFF)</a:t>
            </a:r>
          </a:p>
          <a:p>
            <a:r>
              <a:rPr lang="en-US" altLang="ko-KR" sz="1000" dirty="0" err="1" smtClean="0"/>
              <a:t>mosquitto_pub</a:t>
            </a:r>
            <a:r>
              <a:rPr lang="en-US" altLang="ko-KR" sz="1000" dirty="0" smtClean="0"/>
              <a:t> -h 192.168.0.103 -t "dev/0008DC786365/</a:t>
            </a:r>
            <a:r>
              <a:rPr lang="en-US" altLang="ko-KR" sz="1000" dirty="0" err="1" smtClean="0"/>
              <a:t>cmnd</a:t>
            </a:r>
            <a:r>
              <a:rPr lang="en-US" altLang="ko-KR" sz="1000" dirty="0" smtClean="0"/>
              <a:t>/</a:t>
            </a:r>
            <a:r>
              <a:rPr lang="en-US" altLang="ko-KR" sz="1000" dirty="0" err="1" smtClean="0"/>
              <a:t>ap</a:t>
            </a:r>
            <a:r>
              <a:rPr lang="en-US" altLang="ko-KR" sz="1000" dirty="0" smtClean="0"/>
              <a:t>/</a:t>
            </a:r>
            <a:r>
              <a:rPr lang="en-US" altLang="ko-KR" sz="1000" dirty="0" err="1" smtClean="0"/>
              <a:t>uv</a:t>
            </a:r>
            <a:r>
              <a:rPr lang="en-US" altLang="ko-KR" sz="1000" dirty="0" smtClean="0"/>
              <a:t>" -m "{\"</a:t>
            </a:r>
            <a:r>
              <a:rPr lang="en-US" altLang="ko-KR" sz="1000" dirty="0" err="1" smtClean="0"/>
              <a:t>uv</a:t>
            </a:r>
            <a:r>
              <a:rPr lang="en-US" altLang="ko-KR" sz="1000" dirty="0" smtClean="0"/>
              <a:t>\":1}“</a:t>
            </a:r>
          </a:p>
          <a:p>
            <a:endParaRPr lang="en-US" altLang="ko-KR" sz="1000" dirty="0" smtClean="0"/>
          </a:p>
          <a:p>
            <a:r>
              <a:rPr lang="en-US" altLang="ko-KR" sz="1200" dirty="0" smtClean="0"/>
              <a:t>[</a:t>
            </a:r>
            <a:r>
              <a:rPr lang="en-US" altLang="ko-KR" sz="1200" dirty="0" err="1" smtClean="0"/>
              <a:t>Aircon_LG</a:t>
            </a:r>
            <a:r>
              <a:rPr lang="en-US" altLang="ko-KR" sz="1200" dirty="0" smtClean="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 smtClean="0"/>
              <a:t>[</a:t>
            </a:r>
            <a:r>
              <a:rPr lang="ko-KR" altLang="en-US" sz="1200" dirty="0" smtClean="0"/>
              <a:t>장비 재부팅</a:t>
            </a:r>
            <a:r>
              <a:rPr lang="en-US" altLang="ko-KR" sz="1200" dirty="0" smtClean="0"/>
              <a:t>]</a:t>
            </a:r>
          </a:p>
          <a:p>
            <a:r>
              <a:rPr lang="en-US" altLang="ko-KR" sz="1200" dirty="0" smtClean="0"/>
              <a:t># </a:t>
            </a:r>
            <a:r>
              <a:rPr lang="ko-KR" altLang="en-US" sz="1200" dirty="0" smtClean="0"/>
              <a:t>장치 리셋 </a:t>
            </a:r>
            <a:r>
              <a:rPr lang="en-US" altLang="ko-KR" sz="1200" dirty="0" smtClean="0"/>
              <a:t>(0x02 </a:t>
            </a:r>
            <a:r>
              <a:rPr lang="ko-KR" altLang="en-US" sz="1200" dirty="0" smtClean="0"/>
              <a:t>커맨드</a:t>
            </a:r>
            <a:r>
              <a:rPr lang="en-US" altLang="ko-KR" sz="1200" dirty="0" smtClean="0"/>
              <a:t>)</a:t>
            </a:r>
          </a:p>
          <a:p>
            <a:r>
              <a:rPr lang="en-US" altLang="ko-KR" sz="1200" dirty="0" err="1" smtClean="0"/>
              <a:t>mosquitto_pub</a:t>
            </a:r>
            <a:r>
              <a:rPr lang="en-US" altLang="ko-KR" sz="1200" dirty="0" smtClean="0"/>
              <a:t> -h 192.168.0.103 -t "dev/0008DC786365/</a:t>
            </a:r>
            <a:r>
              <a:rPr lang="en-US" altLang="ko-KR" sz="1200" dirty="0" err="1" smtClean="0"/>
              <a:t>cmnd</a:t>
            </a: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ap</a:t>
            </a:r>
            <a:r>
              <a:rPr lang="en-US" altLang="ko-KR" sz="1200" dirty="0" smtClean="0"/>
              <a:t>/dev" -m "{\"device\":\"RESET\"}"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3483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3292</TotalTime>
  <Words>539</Words>
  <Application>Microsoft Office PowerPoint</Application>
  <PresentationFormat>와이드스크린</PresentationFormat>
  <Paragraphs>87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sanghyun choi</dc:creator>
  <cp:lastModifiedBy>sanghyun choi</cp:lastModifiedBy>
  <cp:revision>108</cp:revision>
  <dcterms:created xsi:type="dcterms:W3CDTF">2026-03-03T00:14:07Z</dcterms:created>
  <dcterms:modified xsi:type="dcterms:W3CDTF">2026-03-10T07:43:26Z</dcterms:modified>
</cp:coreProperties>
</file>