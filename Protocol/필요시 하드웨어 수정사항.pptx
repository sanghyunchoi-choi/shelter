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6" r:id="rId3"/>
    <p:sldId id="267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36131-F98B-47D5-B8CF-B851FF09508E}" type="datetimeFigureOut">
              <a:rPr lang="ko-KR" altLang="en-US" smtClean="0"/>
              <a:t>2025-02-19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1ADA7-F8DC-4864-93ED-87BDD9DA6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7612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36131-F98B-47D5-B8CF-B851FF09508E}" type="datetimeFigureOut">
              <a:rPr lang="ko-KR" altLang="en-US" smtClean="0"/>
              <a:t>2025-02-19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1ADA7-F8DC-4864-93ED-87BDD9DA6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354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36131-F98B-47D5-B8CF-B851FF09508E}" type="datetimeFigureOut">
              <a:rPr lang="ko-KR" altLang="en-US" smtClean="0"/>
              <a:t>2025-02-19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1ADA7-F8DC-4864-93ED-87BDD9DA6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5777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36131-F98B-47D5-B8CF-B851FF09508E}" type="datetimeFigureOut">
              <a:rPr lang="ko-KR" altLang="en-US" smtClean="0"/>
              <a:t>2025-02-19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1ADA7-F8DC-4864-93ED-87BDD9DA6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5493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36131-F98B-47D5-B8CF-B851FF09508E}" type="datetimeFigureOut">
              <a:rPr lang="ko-KR" altLang="en-US" smtClean="0"/>
              <a:t>2025-02-19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1ADA7-F8DC-4864-93ED-87BDD9DA6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3577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36131-F98B-47D5-B8CF-B851FF09508E}" type="datetimeFigureOut">
              <a:rPr lang="ko-KR" altLang="en-US" smtClean="0"/>
              <a:t>2025-02-19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1ADA7-F8DC-4864-93ED-87BDD9DA6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4311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36131-F98B-47D5-B8CF-B851FF09508E}" type="datetimeFigureOut">
              <a:rPr lang="ko-KR" altLang="en-US" smtClean="0"/>
              <a:t>2025-02-19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1ADA7-F8DC-4864-93ED-87BDD9DA6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9258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36131-F98B-47D5-B8CF-B851FF09508E}" type="datetimeFigureOut">
              <a:rPr lang="ko-KR" altLang="en-US" smtClean="0"/>
              <a:t>2025-02-19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1ADA7-F8DC-4864-93ED-87BDD9DA6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9681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36131-F98B-47D5-B8CF-B851FF09508E}" type="datetimeFigureOut">
              <a:rPr lang="ko-KR" altLang="en-US" smtClean="0"/>
              <a:t>2025-02-19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1ADA7-F8DC-4864-93ED-87BDD9DA6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2617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36131-F98B-47D5-B8CF-B851FF09508E}" type="datetimeFigureOut">
              <a:rPr lang="ko-KR" altLang="en-US" smtClean="0"/>
              <a:t>2025-02-19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1ADA7-F8DC-4864-93ED-87BDD9DA6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6430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36131-F98B-47D5-B8CF-B851FF09508E}" type="datetimeFigureOut">
              <a:rPr lang="ko-KR" altLang="en-US" smtClean="0"/>
              <a:t>2025-02-19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1ADA7-F8DC-4864-93ED-87BDD9DA6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414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B36131-F98B-47D5-B8CF-B851FF09508E}" type="datetimeFigureOut">
              <a:rPr lang="ko-KR" altLang="en-US" smtClean="0"/>
              <a:t>2025-02-19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61ADA7-F8DC-4864-93ED-87BDD9DA6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070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l="29262" t="41203" r="32667" b="35600"/>
          <a:stretch/>
        </p:blipFill>
        <p:spPr>
          <a:xfrm rot="16200000">
            <a:off x="8579282" y="728168"/>
            <a:ext cx="2046519" cy="210747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184638" y="254977"/>
            <a:ext cx="2364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1. RTC(DS3231MZ+)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434" y="1018597"/>
            <a:ext cx="2709396" cy="92333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I2C3[NC </a:t>
            </a:r>
            <a:r>
              <a:rPr lang="ko-KR" altLang="en-US" dirty="0" smtClean="0"/>
              <a:t>처리</a:t>
            </a:r>
            <a:r>
              <a:rPr lang="en-US" altLang="ko-KR" dirty="0" smtClean="0"/>
              <a:t>], </a:t>
            </a:r>
            <a:r>
              <a:rPr lang="ko-KR" altLang="en-US" dirty="0" err="1" smtClean="0"/>
              <a:t>풀업없음</a:t>
            </a:r>
            <a:endParaRPr lang="en-US" altLang="ko-KR" dirty="0" smtClean="0"/>
          </a:p>
          <a:p>
            <a:r>
              <a:rPr lang="en-US" altLang="ko-KR" dirty="0" smtClean="0"/>
              <a:t>PA8, PA9</a:t>
            </a:r>
          </a:p>
          <a:p>
            <a:r>
              <a:rPr lang="en-US" altLang="ko-KR" dirty="0" smtClean="0">
                <a:solidFill>
                  <a:srgbClr val="00B050"/>
                </a:solidFill>
              </a:rPr>
              <a:t>I2C3_SCL, I2C3_SDA</a:t>
            </a:r>
            <a:endParaRPr lang="ko-KR" altLang="en-US" dirty="0">
              <a:solidFill>
                <a:srgbClr val="00B050"/>
              </a:solidFill>
            </a:endParaRPr>
          </a:p>
        </p:txBody>
      </p:sp>
      <p:sp>
        <p:nvSpPr>
          <p:cNvPr id="7" name="타원 6"/>
          <p:cNvSpPr/>
          <p:nvPr/>
        </p:nvSpPr>
        <p:spPr>
          <a:xfrm>
            <a:off x="8548803" y="1538319"/>
            <a:ext cx="516066" cy="6505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445980" y="2264898"/>
            <a:ext cx="1803699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 smtClean="0"/>
              <a:t>Pull UP : 2.2k</a:t>
            </a:r>
            <a:r>
              <a:rPr lang="ko-KR" altLang="en-US" dirty="0" smtClean="0"/>
              <a:t>옴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96511" y="3908734"/>
            <a:ext cx="3615092" cy="120032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dirty="0" smtClean="0"/>
              <a:t>온도 습도 센서</a:t>
            </a:r>
            <a:r>
              <a:rPr lang="en-US" altLang="ko-KR" dirty="0" smtClean="0"/>
              <a:t>(HCSD), </a:t>
            </a:r>
            <a:r>
              <a:rPr lang="ko-KR" altLang="en-US" dirty="0" err="1" smtClean="0"/>
              <a:t>풀업없음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r>
              <a:rPr lang="en-US" altLang="ko-KR" dirty="0" smtClean="0"/>
              <a:t>I2C2</a:t>
            </a:r>
          </a:p>
          <a:p>
            <a:r>
              <a:rPr lang="en-US" altLang="ko-KR" dirty="0" smtClean="0">
                <a:solidFill>
                  <a:schemeClr val="tx1"/>
                </a:solidFill>
              </a:rPr>
              <a:t>PF0, PF1</a:t>
            </a:r>
          </a:p>
          <a:p>
            <a:r>
              <a:rPr lang="en-US" altLang="ko-KR" dirty="0" smtClean="0">
                <a:solidFill>
                  <a:srgbClr val="00B050"/>
                </a:solidFill>
              </a:rPr>
              <a:t>I2C2_SDA, I2C2_SCL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511" y="5288950"/>
            <a:ext cx="1781257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 smtClean="0"/>
              <a:t>Pull up : 4.7k</a:t>
            </a:r>
            <a:r>
              <a:rPr lang="ko-KR" altLang="en-US" dirty="0" smtClean="0"/>
              <a:t>옴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1756" y="868193"/>
            <a:ext cx="3305636" cy="158137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6" name="TextBox 15"/>
          <p:cNvSpPr txBox="1"/>
          <p:nvPr/>
        </p:nvSpPr>
        <p:spPr>
          <a:xfrm>
            <a:off x="184637" y="3449459"/>
            <a:ext cx="1843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</a:t>
            </a:r>
            <a:r>
              <a:rPr lang="en-US" altLang="ko-KR" dirty="0" smtClean="0"/>
              <a:t>. </a:t>
            </a:r>
            <a:r>
              <a:rPr lang="ko-KR" altLang="en-US" dirty="0" err="1" smtClean="0"/>
              <a:t>온습도</a:t>
            </a:r>
            <a:r>
              <a:rPr lang="ko-KR" altLang="en-US" dirty="0" smtClean="0"/>
              <a:t> 센서 </a:t>
            </a:r>
            <a:r>
              <a:rPr lang="en-US" altLang="ko-KR" dirty="0" smtClean="0"/>
              <a:t> 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6940" y="3908734"/>
            <a:ext cx="3324689" cy="186716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45356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58" y="904040"/>
            <a:ext cx="6115904" cy="402011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4638" y="254977"/>
            <a:ext cx="2794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-.  CPU </a:t>
            </a:r>
            <a:r>
              <a:rPr lang="ko-KR" altLang="en-US" dirty="0" err="1" smtClean="0"/>
              <a:t>다운로더</a:t>
            </a:r>
            <a:r>
              <a:rPr lang="ko-KR" altLang="en-US" dirty="0" smtClean="0"/>
              <a:t> 핀 수정</a:t>
            </a:r>
            <a:endParaRPr lang="en-US" altLang="ko-KR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395" y="1410067"/>
            <a:ext cx="2333951" cy="1895740"/>
          </a:xfrm>
          <a:prstGeom prst="rect">
            <a:avLst/>
          </a:prstGeom>
        </p:spPr>
      </p:pic>
      <p:sp>
        <p:nvSpPr>
          <p:cNvPr id="5" name="타원 4"/>
          <p:cNvSpPr/>
          <p:nvPr/>
        </p:nvSpPr>
        <p:spPr>
          <a:xfrm>
            <a:off x="9114407" y="2002831"/>
            <a:ext cx="1281345" cy="149497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10258" y="5621759"/>
            <a:ext cx="79425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/>
              <a:t>제품 링크 </a:t>
            </a:r>
            <a:r>
              <a:rPr lang="en-US" altLang="ko-KR" dirty="0" smtClean="0"/>
              <a:t>https</a:t>
            </a:r>
            <a:r>
              <a:rPr lang="en-US" altLang="ko-KR" dirty="0"/>
              <a:t>://www.devicemart.co.kr/goods/view?no=1179243</a:t>
            </a:r>
            <a:endParaRPr lang="ko-KR" altLang="en-US" dirty="0"/>
          </a:p>
        </p:txBody>
      </p:sp>
      <p:cxnSp>
        <p:nvCxnSpPr>
          <p:cNvPr id="8" name="직선 화살표 연결선 7"/>
          <p:cNvCxnSpPr/>
          <p:nvPr/>
        </p:nvCxnSpPr>
        <p:spPr>
          <a:xfrm flipV="1">
            <a:off x="6649375" y="3497803"/>
            <a:ext cx="2583402" cy="19885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71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7936" y="1536714"/>
            <a:ext cx="3562401" cy="24285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967" y="1536714"/>
            <a:ext cx="2667372" cy="153373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967" y="3782767"/>
            <a:ext cx="3315163" cy="177189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638557" y="931984"/>
            <a:ext cx="1604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0_TOP </a:t>
            </a:r>
            <a:r>
              <a:rPr lang="ko-KR" altLang="en-US" dirty="0" smtClean="0"/>
              <a:t>페이지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284615" y="931984"/>
            <a:ext cx="1604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0_TOP </a:t>
            </a:r>
            <a:r>
              <a:rPr lang="ko-KR" altLang="en-US" dirty="0" smtClean="0"/>
              <a:t>페이지</a:t>
            </a:r>
            <a:endParaRPr lang="ko-KR" altLang="en-US" dirty="0"/>
          </a:p>
        </p:txBody>
      </p:sp>
      <p:cxnSp>
        <p:nvCxnSpPr>
          <p:cNvPr id="8" name="직선 화살표 연결선 7"/>
          <p:cNvCxnSpPr/>
          <p:nvPr/>
        </p:nvCxnSpPr>
        <p:spPr>
          <a:xfrm flipV="1">
            <a:off x="2031023" y="2602523"/>
            <a:ext cx="2066192" cy="1758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229100" y="2470638"/>
            <a:ext cx="2425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파워 보드에 사용했던</a:t>
            </a:r>
            <a:endParaRPr lang="en-US" altLang="ko-KR" dirty="0" smtClean="0"/>
          </a:p>
          <a:p>
            <a:r>
              <a:rPr lang="ko-KR" altLang="en-US" dirty="0" err="1" smtClean="0"/>
              <a:t>다운로더로</a:t>
            </a:r>
            <a:r>
              <a:rPr lang="ko-KR" altLang="en-US" dirty="0" smtClean="0"/>
              <a:t> 교체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229100" y="4345549"/>
            <a:ext cx="2619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PULLUP </a:t>
            </a:r>
            <a:r>
              <a:rPr lang="ko-KR" altLang="en-US" dirty="0" smtClean="0"/>
              <a:t>저항 두개 추가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719450" y="4422412"/>
            <a:ext cx="2619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PULLUP </a:t>
            </a:r>
            <a:r>
              <a:rPr lang="ko-KR" altLang="en-US" dirty="0" smtClean="0"/>
              <a:t>저항 두개 추가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167054" y="694592"/>
            <a:ext cx="6831623" cy="529297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7077807" y="694592"/>
            <a:ext cx="4501661" cy="529297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7131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7787</TotalTime>
  <Words>69</Words>
  <Application>Microsoft Office PowerPoint</Application>
  <PresentationFormat>와이드스크린</PresentationFormat>
  <Paragraphs>19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choi</dc:creator>
  <cp:lastModifiedBy>sanghyun choi</cp:lastModifiedBy>
  <cp:revision>176</cp:revision>
  <dcterms:created xsi:type="dcterms:W3CDTF">2024-05-08T15:33:43Z</dcterms:created>
  <dcterms:modified xsi:type="dcterms:W3CDTF">2025-02-18T23:06:38Z</dcterms:modified>
</cp:coreProperties>
</file>