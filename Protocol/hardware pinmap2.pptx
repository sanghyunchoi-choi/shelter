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57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612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354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777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493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577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311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9258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9681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2617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6430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36131-F98B-47D5-B8CF-B851FF09508E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14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B36131-F98B-47D5-B8CF-B851FF09508E}" type="datetimeFigureOut">
              <a:rPr lang="ko-KR" altLang="en-US" smtClean="0"/>
              <a:t>2025-02-25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1ADA7-F8DC-4864-93ED-87BDD9DA6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70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86" y="384890"/>
            <a:ext cx="3096057" cy="19910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4440115" y="384890"/>
            <a:ext cx="3288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커넥터 전원 </a:t>
            </a:r>
            <a:r>
              <a:rPr lang="en-US" altLang="ko-KR" dirty="0" smtClean="0"/>
              <a:t>VDD_3VD</a:t>
            </a:r>
            <a:r>
              <a:rPr lang="ko-KR" altLang="en-US" dirty="0" smtClean="0"/>
              <a:t>로 변경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86" y="3088469"/>
            <a:ext cx="5010849" cy="27912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6350976" y="3088469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추가 사항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350976" y="3550227"/>
            <a:ext cx="4169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IR</a:t>
            </a:r>
            <a:r>
              <a:rPr lang="ko-KR" altLang="en-US" dirty="0"/>
              <a:t> </a:t>
            </a:r>
            <a:r>
              <a:rPr lang="en-US" altLang="ko-KR" dirty="0" smtClean="0"/>
              <a:t>2</a:t>
            </a:r>
            <a:r>
              <a:rPr lang="ko-KR" altLang="en-US" dirty="0" smtClean="0"/>
              <a:t>개 제거 </a:t>
            </a:r>
            <a:r>
              <a:rPr lang="ko-KR" altLang="en-US" dirty="0" smtClean="0"/>
              <a:t>한 자리에 한 세트 더 만듦</a:t>
            </a:r>
            <a:endParaRPr lang="en-US" altLang="ko-KR" dirty="0" smtClean="0"/>
          </a:p>
        </p:txBody>
      </p:sp>
      <p:sp>
        <p:nvSpPr>
          <p:cNvPr id="7" name="타원 6"/>
          <p:cNvSpPr/>
          <p:nvPr/>
        </p:nvSpPr>
        <p:spPr>
          <a:xfrm>
            <a:off x="4598377" y="754222"/>
            <a:ext cx="509954" cy="44840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8" name="타원 7"/>
          <p:cNvSpPr/>
          <p:nvPr/>
        </p:nvSpPr>
        <p:spPr>
          <a:xfrm>
            <a:off x="6315807" y="2492965"/>
            <a:ext cx="509954" cy="4484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3307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31" y="357046"/>
            <a:ext cx="3553321" cy="20291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4" name="직선 화살표 연결선 3"/>
          <p:cNvCxnSpPr/>
          <p:nvPr/>
        </p:nvCxnSpPr>
        <p:spPr>
          <a:xfrm>
            <a:off x="4492869" y="1204546"/>
            <a:ext cx="14067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19246" y="729762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핀맵이</a:t>
            </a:r>
            <a:r>
              <a:rPr lang="ko-KR" altLang="en-US" dirty="0" smtClean="0"/>
              <a:t> 뒤집힘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7836" y="538429"/>
            <a:ext cx="3699277" cy="16663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31" y="2861792"/>
            <a:ext cx="1762371" cy="14861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2734407" y="3048959"/>
            <a:ext cx="6519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터미널 블록 전원 </a:t>
            </a:r>
            <a:r>
              <a:rPr lang="ko-KR" altLang="en-US" dirty="0" err="1" smtClean="0"/>
              <a:t>한개</a:t>
            </a:r>
            <a:r>
              <a:rPr lang="ko-KR" altLang="en-US" dirty="0" smtClean="0"/>
              <a:t> </a:t>
            </a:r>
            <a:r>
              <a:rPr lang="ko-KR" altLang="en-US" dirty="0" smtClean="0"/>
              <a:t>추가</a:t>
            </a:r>
            <a:r>
              <a:rPr lang="en-US" altLang="ko-KR" dirty="0" smtClean="0"/>
              <a:t>(</a:t>
            </a:r>
            <a:r>
              <a:rPr lang="ko-KR" altLang="en-US" dirty="0" smtClean="0"/>
              <a:t>입력 </a:t>
            </a:r>
            <a:r>
              <a:rPr lang="ko-KR" altLang="en-US" dirty="0" err="1" smtClean="0"/>
              <a:t>전원하고</a:t>
            </a:r>
            <a:r>
              <a:rPr lang="ko-KR" altLang="en-US" dirty="0" smtClean="0"/>
              <a:t> 동일한 걸로 추가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0" name="타원 9"/>
          <p:cNvSpPr/>
          <p:nvPr/>
        </p:nvSpPr>
        <p:spPr>
          <a:xfrm>
            <a:off x="4983450" y="1295789"/>
            <a:ext cx="509954" cy="4484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11" name="타원 10"/>
          <p:cNvSpPr/>
          <p:nvPr/>
        </p:nvSpPr>
        <p:spPr>
          <a:xfrm>
            <a:off x="2734407" y="3509533"/>
            <a:ext cx="509954" cy="4484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7331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117" y="312287"/>
            <a:ext cx="5470784" cy="22505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402478" y="2725751"/>
            <a:ext cx="10519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RY700,RY701,RY702,</a:t>
            </a:r>
            <a:r>
              <a:rPr lang="en-US" altLang="ko-KR" dirty="0" smtClean="0">
                <a:solidFill>
                  <a:srgbClr val="FF0000"/>
                </a:solidFill>
              </a:rPr>
              <a:t>RY303</a:t>
            </a:r>
            <a:r>
              <a:rPr lang="en-US" altLang="ko-KR" dirty="0" smtClean="0"/>
              <a:t>,RY704 -&gt; NC(</a:t>
            </a:r>
            <a:r>
              <a:rPr lang="en-US" altLang="ko-KR" dirty="0" err="1" smtClean="0"/>
              <a:t>Nomally</a:t>
            </a:r>
            <a:r>
              <a:rPr lang="en-US" altLang="ko-KR" dirty="0" smtClean="0"/>
              <a:t> Close)</a:t>
            </a:r>
            <a:r>
              <a:rPr lang="ko-KR" altLang="en-US" dirty="0" smtClean="0"/>
              <a:t>형태로 핀 </a:t>
            </a:r>
            <a:r>
              <a:rPr lang="ko-KR" altLang="en-US" dirty="0" smtClean="0"/>
              <a:t>변경</a:t>
            </a:r>
            <a:r>
              <a:rPr lang="en-US" altLang="ko-KR" dirty="0" smtClean="0"/>
              <a:t>(5</a:t>
            </a:r>
            <a:r>
              <a:rPr lang="ko-KR" altLang="en-US" dirty="0" smtClean="0"/>
              <a:t>번 핀에서 </a:t>
            </a:r>
            <a:r>
              <a:rPr lang="en-US" altLang="ko-KR" dirty="0" smtClean="0"/>
              <a:t>3</a:t>
            </a:r>
            <a:r>
              <a:rPr lang="ko-KR" altLang="en-US" dirty="0" err="1" smtClean="0"/>
              <a:t>번핀으로</a:t>
            </a:r>
            <a:r>
              <a:rPr lang="ko-KR" altLang="en-US" dirty="0" smtClean="0"/>
              <a:t> 이동</a:t>
            </a:r>
            <a:r>
              <a:rPr lang="en-US" altLang="ko-KR" dirty="0" smtClean="0"/>
              <a:t>) </a:t>
            </a:r>
            <a:endParaRPr lang="ko-KR" altLang="en-US" dirty="0"/>
          </a:p>
        </p:txBody>
      </p:sp>
      <p:sp>
        <p:nvSpPr>
          <p:cNvPr id="4" name="타원 3"/>
          <p:cNvSpPr/>
          <p:nvPr/>
        </p:nvSpPr>
        <p:spPr>
          <a:xfrm>
            <a:off x="332140" y="2277343"/>
            <a:ext cx="509954" cy="4484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5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02" y="3347594"/>
            <a:ext cx="5010849" cy="2686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타원 5"/>
          <p:cNvSpPr/>
          <p:nvPr/>
        </p:nvSpPr>
        <p:spPr>
          <a:xfrm>
            <a:off x="332140" y="6062326"/>
            <a:ext cx="509954" cy="4484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303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94865" y="-441384"/>
            <a:ext cx="4452076" cy="75243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184638" y="254977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전체 보드 화면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2382982" y="624309"/>
            <a:ext cx="2590800" cy="19803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84638" y="942109"/>
            <a:ext cx="21732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5</a:t>
            </a:r>
            <a:r>
              <a:rPr lang="ko-KR" altLang="en-US" sz="1200" dirty="0" smtClean="0"/>
              <a:t>개 릴레이 제거 </a:t>
            </a:r>
            <a:endParaRPr lang="en-US" altLang="ko-KR" sz="1200" dirty="0" smtClean="0"/>
          </a:p>
          <a:p>
            <a:r>
              <a:rPr lang="en-US" altLang="ko-KR" sz="1200" dirty="0" smtClean="0"/>
              <a:t>-&gt; 12V/0.29A </a:t>
            </a:r>
            <a:r>
              <a:rPr lang="ko-KR" altLang="en-US" sz="1200" dirty="0" smtClean="0"/>
              <a:t>쿨러 </a:t>
            </a:r>
            <a:r>
              <a:rPr lang="en-US" altLang="ko-KR" sz="1200" dirty="0"/>
              <a:t>1</a:t>
            </a:r>
            <a:r>
              <a:rPr lang="en-US" altLang="ko-KR" sz="1200" dirty="0" smtClean="0"/>
              <a:t>EA </a:t>
            </a:r>
            <a:r>
              <a:rPr lang="ko-KR" altLang="en-US" sz="1200" dirty="0" smtClean="0"/>
              <a:t>대체</a:t>
            </a:r>
            <a:endParaRPr lang="en-US" altLang="ko-KR" sz="1200" dirty="0" smtClean="0"/>
          </a:p>
          <a:p>
            <a:r>
              <a:rPr lang="en-US" altLang="ko-KR" sz="1200" dirty="0" smtClean="0"/>
              <a:t>4pin header </a:t>
            </a:r>
          </a:p>
          <a:p>
            <a:r>
              <a:rPr lang="en-US" altLang="ko-KR" sz="1200" dirty="0" err="1" smtClean="0"/>
              <a:t>Vcc</a:t>
            </a:r>
            <a:r>
              <a:rPr lang="en-US" altLang="ko-KR" sz="1200" dirty="0" smtClean="0"/>
              <a:t>/</a:t>
            </a:r>
            <a:r>
              <a:rPr lang="en-US" altLang="ko-KR" sz="1200" dirty="0" err="1" smtClean="0"/>
              <a:t>gnd</a:t>
            </a:r>
            <a:r>
              <a:rPr lang="en-US" altLang="ko-KR" sz="1200" dirty="0" smtClean="0"/>
              <a:t>/sensing/</a:t>
            </a:r>
            <a:r>
              <a:rPr lang="en-US" altLang="ko-KR" sz="1200" dirty="0" err="1" smtClean="0"/>
              <a:t>pwm</a:t>
            </a:r>
            <a:r>
              <a:rPr lang="en-US" altLang="ko-KR" sz="1200" dirty="0" smtClean="0"/>
              <a:t>  </a:t>
            </a:r>
          </a:p>
          <a:p>
            <a:endParaRPr lang="en-US" altLang="ko-KR" sz="1200" dirty="0"/>
          </a:p>
          <a:p>
            <a:endParaRPr lang="ko-KR" altLang="en-US" sz="1200" dirty="0"/>
          </a:p>
        </p:txBody>
      </p:sp>
      <p:sp>
        <p:nvSpPr>
          <p:cNvPr id="6" name="직사각형 5"/>
          <p:cNvSpPr/>
          <p:nvPr/>
        </p:nvSpPr>
        <p:spPr>
          <a:xfrm>
            <a:off x="9157855" y="2978727"/>
            <a:ext cx="1343890" cy="5264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0265153" y="3567471"/>
            <a:ext cx="15440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IR </a:t>
            </a:r>
            <a:r>
              <a:rPr lang="ko-KR" altLang="en-US" sz="1400" dirty="0" smtClean="0"/>
              <a:t>두개 제거하고</a:t>
            </a:r>
            <a:endParaRPr lang="en-US" altLang="ko-KR" sz="1400" dirty="0" smtClean="0"/>
          </a:p>
          <a:p>
            <a:r>
              <a:rPr lang="ko-KR" altLang="en-US" sz="1400" dirty="0" err="1" smtClean="0"/>
              <a:t>온습도</a:t>
            </a:r>
            <a:r>
              <a:rPr lang="ko-KR" altLang="en-US" sz="1400" dirty="0" smtClean="0"/>
              <a:t> 한 </a:t>
            </a:r>
            <a:r>
              <a:rPr lang="en-US" altLang="ko-KR" sz="1400" dirty="0" smtClean="0"/>
              <a:t>SET</a:t>
            </a:r>
            <a:endParaRPr lang="ko-KR" altLang="en-US" sz="1400" dirty="0"/>
          </a:p>
        </p:txBody>
      </p:sp>
      <p:sp>
        <p:nvSpPr>
          <p:cNvPr id="10" name="직사각형 9"/>
          <p:cNvSpPr/>
          <p:nvPr/>
        </p:nvSpPr>
        <p:spPr>
          <a:xfrm>
            <a:off x="2349164" y="3040998"/>
            <a:ext cx="1343890" cy="5264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724546" y="3578662"/>
            <a:ext cx="1788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12V / ground </a:t>
            </a:r>
            <a:r>
              <a:rPr lang="ko-KR" altLang="en-US" sz="1200" dirty="0" smtClean="0"/>
              <a:t>단자 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개</a:t>
            </a:r>
            <a:endParaRPr lang="en-US" altLang="ko-KR" sz="1200" dirty="0" smtClean="0"/>
          </a:p>
          <a:p>
            <a:r>
              <a:rPr lang="en-US" altLang="ko-KR" sz="1200" dirty="0" smtClean="0"/>
              <a:t>(</a:t>
            </a:r>
            <a:r>
              <a:rPr lang="ko-KR" altLang="en-US" sz="1200" dirty="0" err="1" smtClean="0"/>
              <a:t>파워보드용</a:t>
            </a:r>
            <a:r>
              <a:rPr lang="en-US" altLang="ko-KR" sz="1200" dirty="0" smtClean="0"/>
              <a:t>)</a:t>
            </a:r>
            <a:endParaRPr lang="ko-KR" altLang="en-US" sz="1200" dirty="0"/>
          </a:p>
        </p:txBody>
      </p:sp>
      <p:sp>
        <p:nvSpPr>
          <p:cNvPr id="12" name="직사각형 11"/>
          <p:cNvSpPr/>
          <p:nvPr/>
        </p:nvSpPr>
        <p:spPr>
          <a:xfrm>
            <a:off x="8049491" y="552100"/>
            <a:ext cx="2590800" cy="19803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8174182" y="254977"/>
            <a:ext cx="1923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릴레이 </a:t>
            </a:r>
            <a:r>
              <a:rPr lang="en-US" altLang="ko-KR" dirty="0" smtClean="0"/>
              <a:t>close 5</a:t>
            </a:r>
            <a:r>
              <a:rPr lang="ko-KR" altLang="en-US" dirty="0" smtClean="0"/>
              <a:t>개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3962400" y="4040328"/>
            <a:ext cx="1287114" cy="18381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5167325" y="5908903"/>
            <a:ext cx="1162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 smtClean="0"/>
              <a:t>사용안함</a:t>
            </a:r>
            <a:r>
              <a:rPr lang="ko-KR" altLang="en-US" sz="1200" dirty="0" smtClean="0"/>
              <a:t> 제거</a:t>
            </a:r>
            <a:endParaRPr lang="ko-KR" altLang="en-US" sz="1200" dirty="0"/>
          </a:p>
        </p:txBody>
      </p:sp>
      <p:sp>
        <p:nvSpPr>
          <p:cNvPr id="16" name="타원 15"/>
          <p:cNvSpPr/>
          <p:nvPr/>
        </p:nvSpPr>
        <p:spPr>
          <a:xfrm>
            <a:off x="10328565" y="2714985"/>
            <a:ext cx="509954" cy="4484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타원 16"/>
          <p:cNvSpPr/>
          <p:nvPr/>
        </p:nvSpPr>
        <p:spPr>
          <a:xfrm>
            <a:off x="10527205" y="4494769"/>
            <a:ext cx="509954" cy="4484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8" name="타원 7"/>
          <p:cNvSpPr/>
          <p:nvPr/>
        </p:nvSpPr>
        <p:spPr>
          <a:xfrm>
            <a:off x="9230991" y="3448222"/>
            <a:ext cx="662088" cy="5743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/>
          <p:cNvCxnSpPr>
            <a:stCxn id="8" idx="5"/>
          </p:cNvCxnSpPr>
          <p:nvPr/>
        </p:nvCxnSpPr>
        <p:spPr>
          <a:xfrm>
            <a:off x="9796118" y="3938418"/>
            <a:ext cx="705627" cy="55635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>
            <a:off x="10684345" y="3158539"/>
            <a:ext cx="236235" cy="4201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타원 21"/>
          <p:cNvSpPr/>
          <p:nvPr/>
        </p:nvSpPr>
        <p:spPr>
          <a:xfrm>
            <a:off x="1775534" y="3056792"/>
            <a:ext cx="509954" cy="4484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3" name="타원 22"/>
          <p:cNvSpPr/>
          <p:nvPr/>
        </p:nvSpPr>
        <p:spPr>
          <a:xfrm>
            <a:off x="3370708" y="4656027"/>
            <a:ext cx="662088" cy="5743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/>
          <p:cNvCxnSpPr/>
          <p:nvPr/>
        </p:nvCxnSpPr>
        <p:spPr>
          <a:xfrm flipH="1" flipV="1">
            <a:off x="2110154" y="3938418"/>
            <a:ext cx="1415561" cy="71760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/>
          <p:cNvSpPr/>
          <p:nvPr/>
        </p:nvSpPr>
        <p:spPr>
          <a:xfrm>
            <a:off x="10410626" y="369561"/>
            <a:ext cx="509954" cy="4484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5</a:t>
            </a:r>
            <a:endParaRPr lang="ko-KR" altLang="en-US" dirty="0"/>
          </a:p>
        </p:txBody>
      </p:sp>
      <p:sp>
        <p:nvSpPr>
          <p:cNvPr id="27" name="타원 26"/>
          <p:cNvSpPr/>
          <p:nvPr/>
        </p:nvSpPr>
        <p:spPr>
          <a:xfrm>
            <a:off x="1946538" y="717905"/>
            <a:ext cx="509954" cy="4484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28" name="타원 27"/>
          <p:cNvSpPr/>
          <p:nvPr/>
        </p:nvSpPr>
        <p:spPr>
          <a:xfrm>
            <a:off x="4600510" y="5737494"/>
            <a:ext cx="509954" cy="448408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0000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8435</TotalTime>
  <Words>95</Words>
  <Application>Microsoft Office PowerPoint</Application>
  <PresentationFormat>와이드스크린</PresentationFormat>
  <Paragraphs>29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choi</dc:creator>
  <cp:lastModifiedBy>sanghyun choi</cp:lastModifiedBy>
  <cp:revision>234</cp:revision>
  <dcterms:created xsi:type="dcterms:W3CDTF">2024-05-08T15:33:43Z</dcterms:created>
  <dcterms:modified xsi:type="dcterms:W3CDTF">2025-02-25T06:00:48Z</dcterms:modified>
</cp:coreProperties>
</file>